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66" r:id="rId15"/>
    <p:sldId id="267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69"/>
    <p:restoredTop sz="94798"/>
  </p:normalViewPr>
  <p:slideViewPr>
    <p:cSldViewPr snapToGrid="0">
      <p:cViewPr varScale="1">
        <p:scale>
          <a:sx n="105" d="100"/>
          <a:sy n="105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1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1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975C12-8E13-43DA-AAA2-5AD666CC37E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7D01F7-4803-441C-9D5E-47ED9949EBC6}">
      <dgm:prSet/>
      <dgm:spPr/>
      <dgm:t>
        <a:bodyPr/>
        <a:lstStyle/>
        <a:p>
          <a:r>
            <a:rPr lang="tr-TR" b="1" i="0" baseline="0"/>
            <a:t>Veri:</a:t>
          </a:r>
          <a:r>
            <a:rPr lang="tr-TR" b="0" i="0" baseline="0"/>
            <a:t> Ham gerçekler</a:t>
          </a:r>
          <a:endParaRPr lang="en-US"/>
        </a:p>
      </dgm:t>
    </dgm:pt>
    <dgm:pt modelId="{BF47D636-78BC-47C6-BCF0-10EC90788D30}" type="parTrans" cxnId="{62D7A8E1-62B6-4CBB-86E6-9F997FF7FA68}">
      <dgm:prSet/>
      <dgm:spPr/>
      <dgm:t>
        <a:bodyPr/>
        <a:lstStyle/>
        <a:p>
          <a:endParaRPr lang="en-US"/>
        </a:p>
      </dgm:t>
    </dgm:pt>
    <dgm:pt modelId="{89A117E1-96FE-4075-8289-7B235CD915CA}" type="sibTrans" cxnId="{62D7A8E1-62B6-4CBB-86E6-9F997FF7FA68}">
      <dgm:prSet/>
      <dgm:spPr/>
      <dgm:t>
        <a:bodyPr/>
        <a:lstStyle/>
        <a:p>
          <a:endParaRPr lang="en-US"/>
        </a:p>
      </dgm:t>
    </dgm:pt>
    <dgm:pt modelId="{B52FE3AA-53F0-46A8-A4CE-A507C949F104}">
      <dgm:prSet/>
      <dgm:spPr/>
      <dgm:t>
        <a:bodyPr/>
        <a:lstStyle/>
        <a:p>
          <a:r>
            <a:rPr lang="tr-TR" b="1" i="0" baseline="0"/>
            <a:t>Veri bilimi:</a:t>
          </a:r>
          <a:r>
            <a:rPr lang="tr-TR" b="0" i="0" baseline="0"/>
            <a:t> Veriden bilgi üretme süreci</a:t>
          </a:r>
          <a:endParaRPr lang="en-US"/>
        </a:p>
      </dgm:t>
    </dgm:pt>
    <dgm:pt modelId="{2FBA149E-CE33-423E-AE3A-0E02B6F20F37}" type="parTrans" cxnId="{6F59C979-CCDB-48C6-BC9F-C07E0E5E4FF9}">
      <dgm:prSet/>
      <dgm:spPr/>
      <dgm:t>
        <a:bodyPr/>
        <a:lstStyle/>
        <a:p>
          <a:endParaRPr lang="en-US"/>
        </a:p>
      </dgm:t>
    </dgm:pt>
    <dgm:pt modelId="{4A7898C0-31F8-4306-B782-700F924B91B4}" type="sibTrans" cxnId="{6F59C979-CCDB-48C6-BC9F-C07E0E5E4FF9}">
      <dgm:prSet/>
      <dgm:spPr/>
      <dgm:t>
        <a:bodyPr/>
        <a:lstStyle/>
        <a:p>
          <a:endParaRPr lang="en-US"/>
        </a:p>
      </dgm:t>
    </dgm:pt>
    <dgm:pt modelId="{CFF4D7DD-68E0-40E9-8520-74CF4E3845EB}">
      <dgm:prSet/>
      <dgm:spPr/>
      <dgm:t>
        <a:bodyPr/>
        <a:lstStyle/>
        <a:p>
          <a:r>
            <a:rPr lang="tr-TR" b="1" i="0" baseline="0"/>
            <a:t>Veri ambarları:</a:t>
          </a:r>
          <a:r>
            <a:rPr lang="tr-TR" b="0" i="0" baseline="0"/>
            <a:t> Analiz amaçlı veri depoları</a:t>
          </a:r>
          <a:endParaRPr lang="en-US"/>
        </a:p>
      </dgm:t>
    </dgm:pt>
    <dgm:pt modelId="{2451081A-71E8-4A15-8A10-53DB39CF7C21}" type="parTrans" cxnId="{2EA5C3D8-4342-4E0E-AE0F-A9E57C78FCD1}">
      <dgm:prSet/>
      <dgm:spPr/>
      <dgm:t>
        <a:bodyPr/>
        <a:lstStyle/>
        <a:p>
          <a:endParaRPr lang="en-US"/>
        </a:p>
      </dgm:t>
    </dgm:pt>
    <dgm:pt modelId="{265E8BC5-E276-40FA-A8D7-1CE6FA6067E1}" type="sibTrans" cxnId="{2EA5C3D8-4342-4E0E-AE0F-A9E57C78FCD1}">
      <dgm:prSet/>
      <dgm:spPr/>
      <dgm:t>
        <a:bodyPr/>
        <a:lstStyle/>
        <a:p>
          <a:endParaRPr lang="en-US"/>
        </a:p>
      </dgm:t>
    </dgm:pt>
    <dgm:pt modelId="{B27D46AE-03DD-437C-89E8-8B5A946890CB}">
      <dgm:prSet/>
      <dgm:spPr/>
      <dgm:t>
        <a:bodyPr/>
        <a:lstStyle/>
        <a:p>
          <a:r>
            <a:rPr lang="tr-TR" b="1" i="0" baseline="0"/>
            <a:t>Veri tabanı:</a:t>
          </a:r>
          <a:r>
            <a:rPr lang="tr-TR" b="0" i="0" baseline="0"/>
            <a:t> Düzenli veri saklama sistemleri</a:t>
          </a:r>
          <a:endParaRPr lang="en-US"/>
        </a:p>
      </dgm:t>
    </dgm:pt>
    <dgm:pt modelId="{623AD4FA-3E3A-4C25-AAC0-8D83202D1F8D}" type="parTrans" cxnId="{219203CE-114B-4F42-A5E5-71C0033C7A77}">
      <dgm:prSet/>
      <dgm:spPr/>
      <dgm:t>
        <a:bodyPr/>
        <a:lstStyle/>
        <a:p>
          <a:endParaRPr lang="en-US"/>
        </a:p>
      </dgm:t>
    </dgm:pt>
    <dgm:pt modelId="{9B509E35-BD46-49E5-A944-9C25D86D91E9}" type="sibTrans" cxnId="{219203CE-114B-4F42-A5E5-71C0033C7A77}">
      <dgm:prSet/>
      <dgm:spPr/>
      <dgm:t>
        <a:bodyPr/>
        <a:lstStyle/>
        <a:p>
          <a:endParaRPr lang="en-US"/>
        </a:p>
      </dgm:t>
    </dgm:pt>
    <dgm:pt modelId="{4894E35F-50AC-47B0-B88A-558A1D7C8EB3}">
      <dgm:prSet/>
      <dgm:spPr/>
      <dgm:t>
        <a:bodyPr/>
        <a:lstStyle/>
        <a:p>
          <a:r>
            <a:rPr lang="tr-TR" b="1" i="0" baseline="0"/>
            <a:t>Veri tabanlarında bilgi keşfi:</a:t>
          </a:r>
          <a:r>
            <a:rPr lang="tr-TR" b="0" i="0" baseline="0"/>
            <a:t> Süreç yaklaşımı</a:t>
          </a:r>
          <a:endParaRPr lang="en-US"/>
        </a:p>
      </dgm:t>
    </dgm:pt>
    <dgm:pt modelId="{E9FBDE79-7838-4B00-A8A7-795AEAAF6D1A}" type="parTrans" cxnId="{890400EF-6CD6-4DCD-ABE8-6B2BDD64BCA4}">
      <dgm:prSet/>
      <dgm:spPr/>
      <dgm:t>
        <a:bodyPr/>
        <a:lstStyle/>
        <a:p>
          <a:endParaRPr lang="en-US"/>
        </a:p>
      </dgm:t>
    </dgm:pt>
    <dgm:pt modelId="{671D877E-60F0-493C-B515-1F738671923B}" type="sibTrans" cxnId="{890400EF-6CD6-4DCD-ABE8-6B2BDD64BCA4}">
      <dgm:prSet/>
      <dgm:spPr/>
      <dgm:t>
        <a:bodyPr/>
        <a:lstStyle/>
        <a:p>
          <a:endParaRPr lang="en-US"/>
        </a:p>
      </dgm:t>
    </dgm:pt>
    <dgm:pt modelId="{EC3B086E-D01F-4BB0-93B9-8D586442E822}">
      <dgm:prSet/>
      <dgm:spPr/>
      <dgm:t>
        <a:bodyPr/>
        <a:lstStyle/>
        <a:p>
          <a:r>
            <a:rPr lang="tr-TR" b="1" i="0" baseline="0"/>
            <a:t>Veri madenciliği:</a:t>
          </a:r>
          <a:r>
            <a:rPr lang="tr-TR" b="0" i="0" baseline="0"/>
            <a:t> Örüntü keşfi adımı</a:t>
          </a:r>
          <a:endParaRPr lang="en-US"/>
        </a:p>
      </dgm:t>
    </dgm:pt>
    <dgm:pt modelId="{FE6DB17F-2052-40CB-9B75-9289A684F575}" type="parTrans" cxnId="{81601C26-940E-481F-93B0-B70C2BFF54DC}">
      <dgm:prSet/>
      <dgm:spPr/>
      <dgm:t>
        <a:bodyPr/>
        <a:lstStyle/>
        <a:p>
          <a:endParaRPr lang="en-US"/>
        </a:p>
      </dgm:t>
    </dgm:pt>
    <dgm:pt modelId="{4B059E36-9F9A-40D2-A1CD-F926B74B8C28}" type="sibTrans" cxnId="{81601C26-940E-481F-93B0-B70C2BFF54DC}">
      <dgm:prSet/>
      <dgm:spPr/>
      <dgm:t>
        <a:bodyPr/>
        <a:lstStyle/>
        <a:p>
          <a:endParaRPr lang="en-US"/>
        </a:p>
      </dgm:t>
    </dgm:pt>
    <dgm:pt modelId="{02905B94-7FB9-443D-BFC9-0019E20DE0A6}" type="pres">
      <dgm:prSet presAssocID="{D8975C12-8E13-43DA-AAA2-5AD666CC37E4}" presName="root" presStyleCnt="0">
        <dgm:presLayoutVars>
          <dgm:dir/>
          <dgm:resizeHandles val="exact"/>
        </dgm:presLayoutVars>
      </dgm:prSet>
      <dgm:spPr/>
    </dgm:pt>
    <dgm:pt modelId="{BE1DE62B-7C47-462D-9BAB-CCD537881B33}" type="pres">
      <dgm:prSet presAssocID="{FD7D01F7-4803-441C-9D5E-47ED9949EBC6}" presName="compNode" presStyleCnt="0"/>
      <dgm:spPr/>
    </dgm:pt>
    <dgm:pt modelId="{31060478-7A87-4B0F-9B88-1B63925E132F}" type="pres">
      <dgm:prSet presAssocID="{FD7D01F7-4803-441C-9D5E-47ED9949EBC6}" presName="bgRect" presStyleLbl="bgShp" presStyleIdx="0" presStyleCnt="6"/>
      <dgm:spPr/>
    </dgm:pt>
    <dgm:pt modelId="{72439ABD-F005-44F7-8579-3B8178F051E5}" type="pres">
      <dgm:prSet presAssocID="{FD7D01F7-4803-441C-9D5E-47ED9949EBC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63ED291-CF45-429C-AA6C-867E397BE7BB}" type="pres">
      <dgm:prSet presAssocID="{FD7D01F7-4803-441C-9D5E-47ED9949EBC6}" presName="spaceRect" presStyleCnt="0"/>
      <dgm:spPr/>
    </dgm:pt>
    <dgm:pt modelId="{871756F6-AC9D-4F7B-910E-2A451CBB2357}" type="pres">
      <dgm:prSet presAssocID="{FD7D01F7-4803-441C-9D5E-47ED9949EBC6}" presName="parTx" presStyleLbl="revTx" presStyleIdx="0" presStyleCnt="6">
        <dgm:presLayoutVars>
          <dgm:chMax val="0"/>
          <dgm:chPref val="0"/>
        </dgm:presLayoutVars>
      </dgm:prSet>
      <dgm:spPr/>
    </dgm:pt>
    <dgm:pt modelId="{5317C1AA-894E-43E8-AD14-5E0B5050DB23}" type="pres">
      <dgm:prSet presAssocID="{89A117E1-96FE-4075-8289-7B235CD915CA}" presName="sibTrans" presStyleCnt="0"/>
      <dgm:spPr/>
    </dgm:pt>
    <dgm:pt modelId="{D4AABDA8-89C7-4FD7-8F1C-B0A60B81723C}" type="pres">
      <dgm:prSet presAssocID="{B52FE3AA-53F0-46A8-A4CE-A507C949F104}" presName="compNode" presStyleCnt="0"/>
      <dgm:spPr/>
    </dgm:pt>
    <dgm:pt modelId="{0669AE08-F6D5-4447-9A9F-97C405D07555}" type="pres">
      <dgm:prSet presAssocID="{B52FE3AA-53F0-46A8-A4CE-A507C949F104}" presName="bgRect" presStyleLbl="bgShp" presStyleIdx="1" presStyleCnt="6"/>
      <dgm:spPr/>
    </dgm:pt>
    <dgm:pt modelId="{A3BE8247-6EEF-400C-9465-7ADEDECD9F78}" type="pres">
      <dgm:prSet presAssocID="{B52FE3AA-53F0-46A8-A4CE-A507C949F1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6A4FA7C-E595-4699-9CC8-E33804788660}" type="pres">
      <dgm:prSet presAssocID="{B52FE3AA-53F0-46A8-A4CE-A507C949F104}" presName="spaceRect" presStyleCnt="0"/>
      <dgm:spPr/>
    </dgm:pt>
    <dgm:pt modelId="{611F2704-43A5-4A54-A7ED-DFC386824455}" type="pres">
      <dgm:prSet presAssocID="{B52FE3AA-53F0-46A8-A4CE-A507C949F104}" presName="parTx" presStyleLbl="revTx" presStyleIdx="1" presStyleCnt="6">
        <dgm:presLayoutVars>
          <dgm:chMax val="0"/>
          <dgm:chPref val="0"/>
        </dgm:presLayoutVars>
      </dgm:prSet>
      <dgm:spPr/>
    </dgm:pt>
    <dgm:pt modelId="{1C251D6A-4E55-4A6B-AEC8-8D7D921D1619}" type="pres">
      <dgm:prSet presAssocID="{4A7898C0-31F8-4306-B782-700F924B91B4}" presName="sibTrans" presStyleCnt="0"/>
      <dgm:spPr/>
    </dgm:pt>
    <dgm:pt modelId="{D6092C5D-409D-4986-BB0B-2A6367F5111F}" type="pres">
      <dgm:prSet presAssocID="{CFF4D7DD-68E0-40E9-8520-74CF4E3845EB}" presName="compNode" presStyleCnt="0"/>
      <dgm:spPr/>
    </dgm:pt>
    <dgm:pt modelId="{C6EF95B7-A0D0-435A-802B-2CC13D71A49E}" type="pres">
      <dgm:prSet presAssocID="{CFF4D7DD-68E0-40E9-8520-74CF4E3845EB}" presName="bgRect" presStyleLbl="bgShp" presStyleIdx="2" presStyleCnt="6"/>
      <dgm:spPr/>
    </dgm:pt>
    <dgm:pt modelId="{483F098C-A1A4-400E-A5B2-3E324B1CF364}" type="pres">
      <dgm:prSet presAssocID="{CFF4D7DD-68E0-40E9-8520-74CF4E3845E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A15473FC-BD31-495B-92B9-075359AC5C94}" type="pres">
      <dgm:prSet presAssocID="{CFF4D7DD-68E0-40E9-8520-74CF4E3845EB}" presName="spaceRect" presStyleCnt="0"/>
      <dgm:spPr/>
    </dgm:pt>
    <dgm:pt modelId="{8590CAE1-AED1-43F3-91E8-F06A83959938}" type="pres">
      <dgm:prSet presAssocID="{CFF4D7DD-68E0-40E9-8520-74CF4E3845EB}" presName="parTx" presStyleLbl="revTx" presStyleIdx="2" presStyleCnt="6">
        <dgm:presLayoutVars>
          <dgm:chMax val="0"/>
          <dgm:chPref val="0"/>
        </dgm:presLayoutVars>
      </dgm:prSet>
      <dgm:spPr/>
    </dgm:pt>
    <dgm:pt modelId="{6BF3A1DB-1D04-48F3-9B13-076302F94DFF}" type="pres">
      <dgm:prSet presAssocID="{265E8BC5-E276-40FA-A8D7-1CE6FA6067E1}" presName="sibTrans" presStyleCnt="0"/>
      <dgm:spPr/>
    </dgm:pt>
    <dgm:pt modelId="{C57DD34B-C752-4753-B8CC-7424A3A8083E}" type="pres">
      <dgm:prSet presAssocID="{B27D46AE-03DD-437C-89E8-8B5A946890CB}" presName="compNode" presStyleCnt="0"/>
      <dgm:spPr/>
    </dgm:pt>
    <dgm:pt modelId="{A663CC9F-F731-47AC-9208-F15635B8CC5A}" type="pres">
      <dgm:prSet presAssocID="{B27D46AE-03DD-437C-89E8-8B5A946890CB}" presName="bgRect" presStyleLbl="bgShp" presStyleIdx="3" presStyleCnt="6"/>
      <dgm:spPr/>
    </dgm:pt>
    <dgm:pt modelId="{CFBE5F57-7294-4388-B56F-DE937A006A24}" type="pres">
      <dgm:prSet presAssocID="{B27D46AE-03DD-437C-89E8-8B5A946890C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C6C71AD-975B-45F2-A21F-498782FA7C00}" type="pres">
      <dgm:prSet presAssocID="{B27D46AE-03DD-437C-89E8-8B5A946890CB}" presName="spaceRect" presStyleCnt="0"/>
      <dgm:spPr/>
    </dgm:pt>
    <dgm:pt modelId="{BABE354E-4213-412B-9818-9B3D815DB65A}" type="pres">
      <dgm:prSet presAssocID="{B27D46AE-03DD-437C-89E8-8B5A946890CB}" presName="parTx" presStyleLbl="revTx" presStyleIdx="3" presStyleCnt="6">
        <dgm:presLayoutVars>
          <dgm:chMax val="0"/>
          <dgm:chPref val="0"/>
        </dgm:presLayoutVars>
      </dgm:prSet>
      <dgm:spPr/>
    </dgm:pt>
    <dgm:pt modelId="{123A5A5E-BBB6-4268-9DFF-4CCA46D1E717}" type="pres">
      <dgm:prSet presAssocID="{9B509E35-BD46-49E5-A944-9C25D86D91E9}" presName="sibTrans" presStyleCnt="0"/>
      <dgm:spPr/>
    </dgm:pt>
    <dgm:pt modelId="{AE2629F7-0FB6-4E70-816B-CAD3DEAEA69F}" type="pres">
      <dgm:prSet presAssocID="{4894E35F-50AC-47B0-B88A-558A1D7C8EB3}" presName="compNode" presStyleCnt="0"/>
      <dgm:spPr/>
    </dgm:pt>
    <dgm:pt modelId="{DF8A322A-E87A-442D-A7CA-0F5D53042889}" type="pres">
      <dgm:prSet presAssocID="{4894E35F-50AC-47B0-B88A-558A1D7C8EB3}" presName="bgRect" presStyleLbl="bgShp" presStyleIdx="4" presStyleCnt="6"/>
      <dgm:spPr/>
    </dgm:pt>
    <dgm:pt modelId="{AED269F9-CDFD-4A11-B1E7-17130D5C9891}" type="pres">
      <dgm:prSet presAssocID="{4894E35F-50AC-47B0-B88A-558A1D7C8EB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FA619A0-1280-49E4-A92D-6C7EFB296AFE}" type="pres">
      <dgm:prSet presAssocID="{4894E35F-50AC-47B0-B88A-558A1D7C8EB3}" presName="spaceRect" presStyleCnt="0"/>
      <dgm:spPr/>
    </dgm:pt>
    <dgm:pt modelId="{30D1AF41-F423-41CD-96B6-4D86BE738EF2}" type="pres">
      <dgm:prSet presAssocID="{4894E35F-50AC-47B0-B88A-558A1D7C8EB3}" presName="parTx" presStyleLbl="revTx" presStyleIdx="4" presStyleCnt="6">
        <dgm:presLayoutVars>
          <dgm:chMax val="0"/>
          <dgm:chPref val="0"/>
        </dgm:presLayoutVars>
      </dgm:prSet>
      <dgm:spPr/>
    </dgm:pt>
    <dgm:pt modelId="{B28EE433-4114-439C-85C5-9E627CE68034}" type="pres">
      <dgm:prSet presAssocID="{671D877E-60F0-493C-B515-1F738671923B}" presName="sibTrans" presStyleCnt="0"/>
      <dgm:spPr/>
    </dgm:pt>
    <dgm:pt modelId="{9EB25071-A0C4-41A1-89AE-3FB5460E6EAD}" type="pres">
      <dgm:prSet presAssocID="{EC3B086E-D01F-4BB0-93B9-8D586442E822}" presName="compNode" presStyleCnt="0"/>
      <dgm:spPr/>
    </dgm:pt>
    <dgm:pt modelId="{84F657DD-374A-4F43-A205-D6CA70E30DA9}" type="pres">
      <dgm:prSet presAssocID="{EC3B086E-D01F-4BB0-93B9-8D586442E822}" presName="bgRect" presStyleLbl="bgShp" presStyleIdx="5" presStyleCnt="6"/>
      <dgm:spPr/>
    </dgm:pt>
    <dgm:pt modelId="{C934BDCB-0864-432F-9970-26182D03785B}" type="pres">
      <dgm:prSet presAssocID="{EC3B086E-D01F-4BB0-93B9-8D586442E82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aştırma"/>
        </a:ext>
      </dgm:extLst>
    </dgm:pt>
    <dgm:pt modelId="{BE319651-C2D6-487B-88AA-8EC32099E537}" type="pres">
      <dgm:prSet presAssocID="{EC3B086E-D01F-4BB0-93B9-8D586442E822}" presName="spaceRect" presStyleCnt="0"/>
      <dgm:spPr/>
    </dgm:pt>
    <dgm:pt modelId="{0FD47999-2E5A-4674-8E46-143B05D6B608}" type="pres">
      <dgm:prSet presAssocID="{EC3B086E-D01F-4BB0-93B9-8D586442E82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229C007-7AE2-4FA7-90DC-F1FA18F08F38}" type="presOf" srcId="{B52FE3AA-53F0-46A8-A4CE-A507C949F104}" destId="{611F2704-43A5-4A54-A7ED-DFC386824455}" srcOrd="0" destOrd="0" presId="urn:microsoft.com/office/officeart/2018/2/layout/IconVerticalSolidList"/>
    <dgm:cxn modelId="{9B3B8824-AFFC-4C01-8211-264D11379FCA}" type="presOf" srcId="{FD7D01F7-4803-441C-9D5E-47ED9949EBC6}" destId="{871756F6-AC9D-4F7B-910E-2A451CBB2357}" srcOrd="0" destOrd="0" presId="urn:microsoft.com/office/officeart/2018/2/layout/IconVerticalSolidList"/>
    <dgm:cxn modelId="{81601C26-940E-481F-93B0-B70C2BFF54DC}" srcId="{D8975C12-8E13-43DA-AAA2-5AD666CC37E4}" destId="{EC3B086E-D01F-4BB0-93B9-8D586442E822}" srcOrd="5" destOrd="0" parTransId="{FE6DB17F-2052-40CB-9B75-9289A684F575}" sibTransId="{4B059E36-9F9A-40D2-A1CD-F926B74B8C28}"/>
    <dgm:cxn modelId="{9AD74129-8972-4300-8ABD-708D877BD17E}" type="presOf" srcId="{4894E35F-50AC-47B0-B88A-558A1D7C8EB3}" destId="{30D1AF41-F423-41CD-96B6-4D86BE738EF2}" srcOrd="0" destOrd="0" presId="urn:microsoft.com/office/officeart/2018/2/layout/IconVerticalSolidList"/>
    <dgm:cxn modelId="{91E6E638-B478-48EB-AEE2-DB0DFFD2E572}" type="presOf" srcId="{D8975C12-8E13-43DA-AAA2-5AD666CC37E4}" destId="{02905B94-7FB9-443D-BFC9-0019E20DE0A6}" srcOrd="0" destOrd="0" presId="urn:microsoft.com/office/officeart/2018/2/layout/IconVerticalSolidList"/>
    <dgm:cxn modelId="{01C3576F-F88F-460B-A048-D747106EDD91}" type="presOf" srcId="{B27D46AE-03DD-437C-89E8-8B5A946890CB}" destId="{BABE354E-4213-412B-9818-9B3D815DB65A}" srcOrd="0" destOrd="0" presId="urn:microsoft.com/office/officeart/2018/2/layout/IconVerticalSolidList"/>
    <dgm:cxn modelId="{6F59C979-CCDB-48C6-BC9F-C07E0E5E4FF9}" srcId="{D8975C12-8E13-43DA-AAA2-5AD666CC37E4}" destId="{B52FE3AA-53F0-46A8-A4CE-A507C949F104}" srcOrd="1" destOrd="0" parTransId="{2FBA149E-CE33-423E-AE3A-0E02B6F20F37}" sibTransId="{4A7898C0-31F8-4306-B782-700F924B91B4}"/>
    <dgm:cxn modelId="{5EFA6684-9C80-4F30-8ED8-C47DA2B5E450}" type="presOf" srcId="{CFF4D7DD-68E0-40E9-8520-74CF4E3845EB}" destId="{8590CAE1-AED1-43F3-91E8-F06A83959938}" srcOrd="0" destOrd="0" presId="urn:microsoft.com/office/officeart/2018/2/layout/IconVerticalSolidList"/>
    <dgm:cxn modelId="{E81A079C-6772-41ED-8A30-10E2845344D2}" type="presOf" srcId="{EC3B086E-D01F-4BB0-93B9-8D586442E822}" destId="{0FD47999-2E5A-4674-8E46-143B05D6B608}" srcOrd="0" destOrd="0" presId="urn:microsoft.com/office/officeart/2018/2/layout/IconVerticalSolidList"/>
    <dgm:cxn modelId="{219203CE-114B-4F42-A5E5-71C0033C7A77}" srcId="{D8975C12-8E13-43DA-AAA2-5AD666CC37E4}" destId="{B27D46AE-03DD-437C-89E8-8B5A946890CB}" srcOrd="3" destOrd="0" parTransId="{623AD4FA-3E3A-4C25-AAC0-8D83202D1F8D}" sibTransId="{9B509E35-BD46-49E5-A944-9C25D86D91E9}"/>
    <dgm:cxn modelId="{2EA5C3D8-4342-4E0E-AE0F-A9E57C78FCD1}" srcId="{D8975C12-8E13-43DA-AAA2-5AD666CC37E4}" destId="{CFF4D7DD-68E0-40E9-8520-74CF4E3845EB}" srcOrd="2" destOrd="0" parTransId="{2451081A-71E8-4A15-8A10-53DB39CF7C21}" sibTransId="{265E8BC5-E276-40FA-A8D7-1CE6FA6067E1}"/>
    <dgm:cxn modelId="{62D7A8E1-62B6-4CBB-86E6-9F997FF7FA68}" srcId="{D8975C12-8E13-43DA-AAA2-5AD666CC37E4}" destId="{FD7D01F7-4803-441C-9D5E-47ED9949EBC6}" srcOrd="0" destOrd="0" parTransId="{BF47D636-78BC-47C6-BCF0-10EC90788D30}" sibTransId="{89A117E1-96FE-4075-8289-7B235CD915CA}"/>
    <dgm:cxn modelId="{890400EF-6CD6-4DCD-ABE8-6B2BDD64BCA4}" srcId="{D8975C12-8E13-43DA-AAA2-5AD666CC37E4}" destId="{4894E35F-50AC-47B0-B88A-558A1D7C8EB3}" srcOrd="4" destOrd="0" parTransId="{E9FBDE79-7838-4B00-A8A7-795AEAAF6D1A}" sibTransId="{671D877E-60F0-493C-B515-1F738671923B}"/>
    <dgm:cxn modelId="{9AFAB5E2-317D-4425-9EAA-8095C45D5432}" type="presParOf" srcId="{02905B94-7FB9-443D-BFC9-0019E20DE0A6}" destId="{BE1DE62B-7C47-462D-9BAB-CCD537881B33}" srcOrd="0" destOrd="0" presId="urn:microsoft.com/office/officeart/2018/2/layout/IconVerticalSolidList"/>
    <dgm:cxn modelId="{1ED86AB4-7DA3-45E5-A7F6-EAFA4255FED5}" type="presParOf" srcId="{BE1DE62B-7C47-462D-9BAB-CCD537881B33}" destId="{31060478-7A87-4B0F-9B88-1B63925E132F}" srcOrd="0" destOrd="0" presId="urn:microsoft.com/office/officeart/2018/2/layout/IconVerticalSolidList"/>
    <dgm:cxn modelId="{C1072C6C-39DD-47C3-8E04-31354F2B9784}" type="presParOf" srcId="{BE1DE62B-7C47-462D-9BAB-CCD537881B33}" destId="{72439ABD-F005-44F7-8579-3B8178F051E5}" srcOrd="1" destOrd="0" presId="urn:microsoft.com/office/officeart/2018/2/layout/IconVerticalSolidList"/>
    <dgm:cxn modelId="{4A6AB9F9-473E-4176-977A-11AFA2308807}" type="presParOf" srcId="{BE1DE62B-7C47-462D-9BAB-CCD537881B33}" destId="{763ED291-CF45-429C-AA6C-867E397BE7BB}" srcOrd="2" destOrd="0" presId="urn:microsoft.com/office/officeart/2018/2/layout/IconVerticalSolidList"/>
    <dgm:cxn modelId="{0D380A0B-0291-4D2C-96BC-22D5978C56F6}" type="presParOf" srcId="{BE1DE62B-7C47-462D-9BAB-CCD537881B33}" destId="{871756F6-AC9D-4F7B-910E-2A451CBB2357}" srcOrd="3" destOrd="0" presId="urn:microsoft.com/office/officeart/2018/2/layout/IconVerticalSolidList"/>
    <dgm:cxn modelId="{4E584EE3-2F1D-41D9-8596-7AFDF05A0576}" type="presParOf" srcId="{02905B94-7FB9-443D-BFC9-0019E20DE0A6}" destId="{5317C1AA-894E-43E8-AD14-5E0B5050DB23}" srcOrd="1" destOrd="0" presId="urn:microsoft.com/office/officeart/2018/2/layout/IconVerticalSolidList"/>
    <dgm:cxn modelId="{7BD3F001-CCEF-4237-9355-4C22AC58E709}" type="presParOf" srcId="{02905B94-7FB9-443D-BFC9-0019E20DE0A6}" destId="{D4AABDA8-89C7-4FD7-8F1C-B0A60B81723C}" srcOrd="2" destOrd="0" presId="urn:microsoft.com/office/officeart/2018/2/layout/IconVerticalSolidList"/>
    <dgm:cxn modelId="{A48E15EF-D7B8-47B4-B49C-9C4FAA9C8F5E}" type="presParOf" srcId="{D4AABDA8-89C7-4FD7-8F1C-B0A60B81723C}" destId="{0669AE08-F6D5-4447-9A9F-97C405D07555}" srcOrd="0" destOrd="0" presId="urn:microsoft.com/office/officeart/2018/2/layout/IconVerticalSolidList"/>
    <dgm:cxn modelId="{463CEB6D-480F-49E6-AD36-969CA7C9282C}" type="presParOf" srcId="{D4AABDA8-89C7-4FD7-8F1C-B0A60B81723C}" destId="{A3BE8247-6EEF-400C-9465-7ADEDECD9F78}" srcOrd="1" destOrd="0" presId="urn:microsoft.com/office/officeart/2018/2/layout/IconVerticalSolidList"/>
    <dgm:cxn modelId="{647BA949-4D87-4961-8FAF-76AB7E30BE19}" type="presParOf" srcId="{D4AABDA8-89C7-4FD7-8F1C-B0A60B81723C}" destId="{36A4FA7C-E595-4699-9CC8-E33804788660}" srcOrd="2" destOrd="0" presId="urn:microsoft.com/office/officeart/2018/2/layout/IconVerticalSolidList"/>
    <dgm:cxn modelId="{4F524E86-728C-445B-94C1-5AA1C00BA451}" type="presParOf" srcId="{D4AABDA8-89C7-4FD7-8F1C-B0A60B81723C}" destId="{611F2704-43A5-4A54-A7ED-DFC386824455}" srcOrd="3" destOrd="0" presId="urn:microsoft.com/office/officeart/2018/2/layout/IconVerticalSolidList"/>
    <dgm:cxn modelId="{E269C56A-3F17-4427-B14A-D794D2DCB7AE}" type="presParOf" srcId="{02905B94-7FB9-443D-BFC9-0019E20DE0A6}" destId="{1C251D6A-4E55-4A6B-AEC8-8D7D921D1619}" srcOrd="3" destOrd="0" presId="urn:microsoft.com/office/officeart/2018/2/layout/IconVerticalSolidList"/>
    <dgm:cxn modelId="{11A34324-7388-4681-87B1-1F827B455D47}" type="presParOf" srcId="{02905B94-7FB9-443D-BFC9-0019E20DE0A6}" destId="{D6092C5D-409D-4986-BB0B-2A6367F5111F}" srcOrd="4" destOrd="0" presId="urn:microsoft.com/office/officeart/2018/2/layout/IconVerticalSolidList"/>
    <dgm:cxn modelId="{F5D30294-4AE2-46B5-88F2-F3206B053DA9}" type="presParOf" srcId="{D6092C5D-409D-4986-BB0B-2A6367F5111F}" destId="{C6EF95B7-A0D0-435A-802B-2CC13D71A49E}" srcOrd="0" destOrd="0" presId="urn:microsoft.com/office/officeart/2018/2/layout/IconVerticalSolidList"/>
    <dgm:cxn modelId="{834A7C97-B69D-4335-B382-5565F0F82E86}" type="presParOf" srcId="{D6092C5D-409D-4986-BB0B-2A6367F5111F}" destId="{483F098C-A1A4-400E-A5B2-3E324B1CF364}" srcOrd="1" destOrd="0" presId="urn:microsoft.com/office/officeart/2018/2/layout/IconVerticalSolidList"/>
    <dgm:cxn modelId="{DABE42D4-91F7-42B8-A18E-DEA87F4CD1C4}" type="presParOf" srcId="{D6092C5D-409D-4986-BB0B-2A6367F5111F}" destId="{A15473FC-BD31-495B-92B9-075359AC5C94}" srcOrd="2" destOrd="0" presId="urn:microsoft.com/office/officeart/2018/2/layout/IconVerticalSolidList"/>
    <dgm:cxn modelId="{BAFAD2D3-3319-44CB-A3D4-7884D69461F8}" type="presParOf" srcId="{D6092C5D-409D-4986-BB0B-2A6367F5111F}" destId="{8590CAE1-AED1-43F3-91E8-F06A83959938}" srcOrd="3" destOrd="0" presId="urn:microsoft.com/office/officeart/2018/2/layout/IconVerticalSolidList"/>
    <dgm:cxn modelId="{F1E10ECF-1579-43D3-8209-D892E2BDCC29}" type="presParOf" srcId="{02905B94-7FB9-443D-BFC9-0019E20DE0A6}" destId="{6BF3A1DB-1D04-48F3-9B13-076302F94DFF}" srcOrd="5" destOrd="0" presId="urn:microsoft.com/office/officeart/2018/2/layout/IconVerticalSolidList"/>
    <dgm:cxn modelId="{FDA54CD6-922C-4821-A888-1362F1F0CA4D}" type="presParOf" srcId="{02905B94-7FB9-443D-BFC9-0019E20DE0A6}" destId="{C57DD34B-C752-4753-B8CC-7424A3A8083E}" srcOrd="6" destOrd="0" presId="urn:microsoft.com/office/officeart/2018/2/layout/IconVerticalSolidList"/>
    <dgm:cxn modelId="{C9F1F0F5-FC8A-4741-8580-A1043CC77438}" type="presParOf" srcId="{C57DD34B-C752-4753-B8CC-7424A3A8083E}" destId="{A663CC9F-F731-47AC-9208-F15635B8CC5A}" srcOrd="0" destOrd="0" presId="urn:microsoft.com/office/officeart/2018/2/layout/IconVerticalSolidList"/>
    <dgm:cxn modelId="{C39F5B8B-B453-4CF2-8161-DD1A1C0DE7CF}" type="presParOf" srcId="{C57DD34B-C752-4753-B8CC-7424A3A8083E}" destId="{CFBE5F57-7294-4388-B56F-DE937A006A24}" srcOrd="1" destOrd="0" presId="urn:microsoft.com/office/officeart/2018/2/layout/IconVerticalSolidList"/>
    <dgm:cxn modelId="{A0A77ADE-443A-433D-9751-83BC7BAD51AA}" type="presParOf" srcId="{C57DD34B-C752-4753-B8CC-7424A3A8083E}" destId="{3C6C71AD-975B-45F2-A21F-498782FA7C00}" srcOrd="2" destOrd="0" presId="urn:microsoft.com/office/officeart/2018/2/layout/IconVerticalSolidList"/>
    <dgm:cxn modelId="{28CE7E62-28C3-4A96-AD87-04ACA5D74684}" type="presParOf" srcId="{C57DD34B-C752-4753-B8CC-7424A3A8083E}" destId="{BABE354E-4213-412B-9818-9B3D815DB65A}" srcOrd="3" destOrd="0" presId="urn:microsoft.com/office/officeart/2018/2/layout/IconVerticalSolidList"/>
    <dgm:cxn modelId="{72B15289-2B3F-407F-9FC1-CA2B6430BE44}" type="presParOf" srcId="{02905B94-7FB9-443D-BFC9-0019E20DE0A6}" destId="{123A5A5E-BBB6-4268-9DFF-4CCA46D1E717}" srcOrd="7" destOrd="0" presId="urn:microsoft.com/office/officeart/2018/2/layout/IconVerticalSolidList"/>
    <dgm:cxn modelId="{A957C270-BA40-4EDC-ABA8-61B2889B6100}" type="presParOf" srcId="{02905B94-7FB9-443D-BFC9-0019E20DE0A6}" destId="{AE2629F7-0FB6-4E70-816B-CAD3DEAEA69F}" srcOrd="8" destOrd="0" presId="urn:microsoft.com/office/officeart/2018/2/layout/IconVerticalSolidList"/>
    <dgm:cxn modelId="{41A5A212-9799-4DD7-9642-F925BED39829}" type="presParOf" srcId="{AE2629F7-0FB6-4E70-816B-CAD3DEAEA69F}" destId="{DF8A322A-E87A-442D-A7CA-0F5D53042889}" srcOrd="0" destOrd="0" presId="urn:microsoft.com/office/officeart/2018/2/layout/IconVerticalSolidList"/>
    <dgm:cxn modelId="{E2144CC2-8BB1-4AD2-9BC3-419656301974}" type="presParOf" srcId="{AE2629F7-0FB6-4E70-816B-CAD3DEAEA69F}" destId="{AED269F9-CDFD-4A11-B1E7-17130D5C9891}" srcOrd="1" destOrd="0" presId="urn:microsoft.com/office/officeart/2018/2/layout/IconVerticalSolidList"/>
    <dgm:cxn modelId="{1F91E225-35E2-4AA8-A7E2-819D1A9FE934}" type="presParOf" srcId="{AE2629F7-0FB6-4E70-816B-CAD3DEAEA69F}" destId="{0FA619A0-1280-49E4-A92D-6C7EFB296AFE}" srcOrd="2" destOrd="0" presId="urn:microsoft.com/office/officeart/2018/2/layout/IconVerticalSolidList"/>
    <dgm:cxn modelId="{42D43D36-0EE8-4F3D-ADC1-AA615DABC1EB}" type="presParOf" srcId="{AE2629F7-0FB6-4E70-816B-CAD3DEAEA69F}" destId="{30D1AF41-F423-41CD-96B6-4D86BE738EF2}" srcOrd="3" destOrd="0" presId="urn:microsoft.com/office/officeart/2018/2/layout/IconVerticalSolidList"/>
    <dgm:cxn modelId="{3BE42FCF-58A7-4E09-8E77-A9565A0A5378}" type="presParOf" srcId="{02905B94-7FB9-443D-BFC9-0019E20DE0A6}" destId="{B28EE433-4114-439C-85C5-9E627CE68034}" srcOrd="9" destOrd="0" presId="urn:microsoft.com/office/officeart/2018/2/layout/IconVerticalSolidList"/>
    <dgm:cxn modelId="{D45362DF-F15D-4507-BDB0-2666ED9401B5}" type="presParOf" srcId="{02905B94-7FB9-443D-BFC9-0019E20DE0A6}" destId="{9EB25071-A0C4-41A1-89AE-3FB5460E6EAD}" srcOrd="10" destOrd="0" presId="urn:microsoft.com/office/officeart/2018/2/layout/IconVerticalSolidList"/>
    <dgm:cxn modelId="{69C8C679-F222-4FEB-A332-81D46B054C89}" type="presParOf" srcId="{9EB25071-A0C4-41A1-89AE-3FB5460E6EAD}" destId="{84F657DD-374A-4F43-A205-D6CA70E30DA9}" srcOrd="0" destOrd="0" presId="urn:microsoft.com/office/officeart/2018/2/layout/IconVerticalSolidList"/>
    <dgm:cxn modelId="{46750F43-9115-4ECC-9E37-8143C5909B54}" type="presParOf" srcId="{9EB25071-A0C4-41A1-89AE-3FB5460E6EAD}" destId="{C934BDCB-0864-432F-9970-26182D03785B}" srcOrd="1" destOrd="0" presId="urn:microsoft.com/office/officeart/2018/2/layout/IconVerticalSolidList"/>
    <dgm:cxn modelId="{95074484-757B-4731-8FCA-1C7C25095973}" type="presParOf" srcId="{9EB25071-A0C4-41A1-89AE-3FB5460E6EAD}" destId="{BE319651-C2D6-487B-88AA-8EC32099E537}" srcOrd="2" destOrd="0" presId="urn:microsoft.com/office/officeart/2018/2/layout/IconVerticalSolidList"/>
    <dgm:cxn modelId="{7E6A9021-3D55-42A5-9DBE-F0545F45FDEB}" type="presParOf" srcId="{9EB25071-A0C4-41A1-89AE-3FB5460E6EAD}" destId="{0FD47999-2E5A-4674-8E46-143B05D6B6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20F4B6-7003-4FA8-A909-87944FA16CBC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4C1BABC-67D5-490A-88B7-39E79D44867A}">
      <dgm:prSet/>
      <dgm:spPr/>
      <dgm:t>
        <a:bodyPr/>
        <a:lstStyle/>
        <a:p>
          <a:r>
            <a:rPr lang="tr-TR" b="0" i="0" baseline="0"/>
            <a:t>Ölçülen, kaydedilen veya gözlemlenen ham gerçeklerdir</a:t>
          </a:r>
          <a:endParaRPr lang="en-US"/>
        </a:p>
      </dgm:t>
    </dgm:pt>
    <dgm:pt modelId="{343CE673-4AB0-4BA4-B9C5-F34E5BF0E4E8}" type="parTrans" cxnId="{E755F2B9-E1DB-493A-9CDF-C0ACC5FE6797}">
      <dgm:prSet/>
      <dgm:spPr/>
      <dgm:t>
        <a:bodyPr/>
        <a:lstStyle/>
        <a:p>
          <a:endParaRPr lang="en-US"/>
        </a:p>
      </dgm:t>
    </dgm:pt>
    <dgm:pt modelId="{390C1F5F-510C-4142-A9F7-F25949286AD8}" type="sibTrans" cxnId="{E755F2B9-E1DB-493A-9CDF-C0ACC5FE6797}">
      <dgm:prSet/>
      <dgm:spPr/>
      <dgm:t>
        <a:bodyPr/>
        <a:lstStyle/>
        <a:p>
          <a:endParaRPr lang="en-US"/>
        </a:p>
      </dgm:t>
    </dgm:pt>
    <dgm:pt modelId="{CE0A7FFE-A5A9-434E-906F-4B894FEE1CEE}">
      <dgm:prSet/>
      <dgm:spPr/>
      <dgm:t>
        <a:bodyPr/>
        <a:lstStyle/>
        <a:p>
          <a:r>
            <a:rPr lang="tr-TR" b="0" i="0" baseline="0"/>
            <a:t>Veriler farklı yapılarda olabilir (Sayısal veya kategorik)</a:t>
          </a:r>
          <a:endParaRPr lang="en-US"/>
        </a:p>
      </dgm:t>
    </dgm:pt>
    <dgm:pt modelId="{6F1DAB27-2BD0-4DCB-A8AB-ABCB122BA87C}" type="parTrans" cxnId="{99BD29DC-AEFE-46F9-9DCD-839B24292799}">
      <dgm:prSet/>
      <dgm:spPr/>
      <dgm:t>
        <a:bodyPr/>
        <a:lstStyle/>
        <a:p>
          <a:endParaRPr lang="en-US"/>
        </a:p>
      </dgm:t>
    </dgm:pt>
    <dgm:pt modelId="{8D4A3310-1A62-4A17-98C5-9FE27B47027B}" type="sibTrans" cxnId="{99BD29DC-AEFE-46F9-9DCD-839B24292799}">
      <dgm:prSet/>
      <dgm:spPr/>
      <dgm:t>
        <a:bodyPr/>
        <a:lstStyle/>
        <a:p>
          <a:endParaRPr lang="en-US"/>
        </a:p>
      </dgm:t>
    </dgm:pt>
    <dgm:pt modelId="{6C5FAFC6-E733-40EB-A7B4-39DFAE5C77C0}">
      <dgm:prSet/>
      <dgm:spPr/>
      <dgm:t>
        <a:bodyPr/>
        <a:lstStyle/>
        <a:p>
          <a:r>
            <a:rPr lang="tr-TR" b="0" i="0" baseline="0"/>
            <a:t>Tek başına anlam taşımaz</a:t>
          </a:r>
          <a:endParaRPr lang="en-US"/>
        </a:p>
      </dgm:t>
    </dgm:pt>
    <dgm:pt modelId="{764458EF-83E3-422D-95F2-B592C3603BEE}" type="parTrans" cxnId="{B4830554-CEAD-450C-966D-F9BC5D423057}">
      <dgm:prSet/>
      <dgm:spPr/>
      <dgm:t>
        <a:bodyPr/>
        <a:lstStyle/>
        <a:p>
          <a:endParaRPr lang="en-US"/>
        </a:p>
      </dgm:t>
    </dgm:pt>
    <dgm:pt modelId="{D3421344-219A-4096-8DC6-FEA84C8F4111}" type="sibTrans" cxnId="{B4830554-CEAD-450C-966D-F9BC5D423057}">
      <dgm:prSet/>
      <dgm:spPr/>
      <dgm:t>
        <a:bodyPr/>
        <a:lstStyle/>
        <a:p>
          <a:endParaRPr lang="en-US"/>
        </a:p>
      </dgm:t>
    </dgm:pt>
    <dgm:pt modelId="{959C2967-AA2C-4F02-90C1-67096346DF1E}">
      <dgm:prSet/>
      <dgm:spPr/>
      <dgm:t>
        <a:bodyPr/>
        <a:lstStyle/>
        <a:p>
          <a:r>
            <a:rPr lang="tr-TR"/>
            <a:t>İşlenmeden karar vermede kullanılamaz</a:t>
          </a:r>
          <a:endParaRPr lang="en-US"/>
        </a:p>
      </dgm:t>
    </dgm:pt>
    <dgm:pt modelId="{540F2C7A-9250-4A13-B85C-A3C532C9F8CE}" type="parTrans" cxnId="{6A585197-A472-47A1-96EE-F276D0AF8E2C}">
      <dgm:prSet/>
      <dgm:spPr/>
      <dgm:t>
        <a:bodyPr/>
        <a:lstStyle/>
        <a:p>
          <a:endParaRPr lang="en-US"/>
        </a:p>
      </dgm:t>
    </dgm:pt>
    <dgm:pt modelId="{E4488242-BF15-428B-AE22-BFE8A6FB92FE}" type="sibTrans" cxnId="{6A585197-A472-47A1-96EE-F276D0AF8E2C}">
      <dgm:prSet/>
      <dgm:spPr/>
      <dgm:t>
        <a:bodyPr/>
        <a:lstStyle/>
        <a:p>
          <a:endParaRPr lang="en-US"/>
        </a:p>
      </dgm:t>
    </dgm:pt>
    <dgm:pt modelId="{B68F9341-3A63-B345-8091-3C38A4A75850}" type="pres">
      <dgm:prSet presAssocID="{CA20F4B6-7003-4FA8-A909-87944FA16CBC}" presName="linear" presStyleCnt="0">
        <dgm:presLayoutVars>
          <dgm:animLvl val="lvl"/>
          <dgm:resizeHandles val="exact"/>
        </dgm:presLayoutVars>
      </dgm:prSet>
      <dgm:spPr/>
    </dgm:pt>
    <dgm:pt modelId="{DC5C2B19-B1DC-1B43-AE56-CA3F242A9257}" type="pres">
      <dgm:prSet presAssocID="{94C1BABC-67D5-490A-88B7-39E79D4486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668AD0-8ACC-4446-A943-2EA35A7468F8}" type="pres">
      <dgm:prSet presAssocID="{390C1F5F-510C-4142-A9F7-F25949286AD8}" presName="spacer" presStyleCnt="0"/>
      <dgm:spPr/>
    </dgm:pt>
    <dgm:pt modelId="{8C297819-A2BB-624A-8A81-EDA075B07303}" type="pres">
      <dgm:prSet presAssocID="{CE0A7FFE-A5A9-434E-906F-4B894FEE1C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673B12-5094-504B-BED6-6F4C14A65E51}" type="pres">
      <dgm:prSet presAssocID="{8D4A3310-1A62-4A17-98C5-9FE27B47027B}" presName="spacer" presStyleCnt="0"/>
      <dgm:spPr/>
    </dgm:pt>
    <dgm:pt modelId="{622F68C9-8983-274C-9F77-A45ED0A9F173}" type="pres">
      <dgm:prSet presAssocID="{6C5FAFC6-E733-40EB-A7B4-39DFAE5C77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9E59B4-AE41-2A40-B3D1-BBE3551513CC}" type="pres">
      <dgm:prSet presAssocID="{D3421344-219A-4096-8DC6-FEA84C8F4111}" presName="spacer" presStyleCnt="0"/>
      <dgm:spPr/>
    </dgm:pt>
    <dgm:pt modelId="{BC7C0DED-3BF5-384D-B753-DBF0F2FDE1C4}" type="pres">
      <dgm:prSet presAssocID="{959C2967-AA2C-4F02-90C1-67096346DF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001331A-BC3C-AC47-8690-488D7096014B}" type="presOf" srcId="{94C1BABC-67D5-490A-88B7-39E79D44867A}" destId="{DC5C2B19-B1DC-1B43-AE56-CA3F242A9257}" srcOrd="0" destOrd="0" presId="urn:microsoft.com/office/officeart/2005/8/layout/vList2"/>
    <dgm:cxn modelId="{B4830554-CEAD-450C-966D-F9BC5D423057}" srcId="{CA20F4B6-7003-4FA8-A909-87944FA16CBC}" destId="{6C5FAFC6-E733-40EB-A7B4-39DFAE5C77C0}" srcOrd="2" destOrd="0" parTransId="{764458EF-83E3-422D-95F2-B592C3603BEE}" sibTransId="{D3421344-219A-4096-8DC6-FEA84C8F4111}"/>
    <dgm:cxn modelId="{52821362-1447-894A-A524-1853CF3890A0}" type="presOf" srcId="{6C5FAFC6-E733-40EB-A7B4-39DFAE5C77C0}" destId="{622F68C9-8983-274C-9F77-A45ED0A9F173}" srcOrd="0" destOrd="0" presId="urn:microsoft.com/office/officeart/2005/8/layout/vList2"/>
    <dgm:cxn modelId="{D9F7FA95-FD56-7F41-8A67-03743977EB3C}" type="presOf" srcId="{CA20F4B6-7003-4FA8-A909-87944FA16CBC}" destId="{B68F9341-3A63-B345-8091-3C38A4A75850}" srcOrd="0" destOrd="0" presId="urn:microsoft.com/office/officeart/2005/8/layout/vList2"/>
    <dgm:cxn modelId="{6A585197-A472-47A1-96EE-F276D0AF8E2C}" srcId="{CA20F4B6-7003-4FA8-A909-87944FA16CBC}" destId="{959C2967-AA2C-4F02-90C1-67096346DF1E}" srcOrd="3" destOrd="0" parTransId="{540F2C7A-9250-4A13-B85C-A3C532C9F8CE}" sibTransId="{E4488242-BF15-428B-AE22-BFE8A6FB92FE}"/>
    <dgm:cxn modelId="{E755F2B9-E1DB-493A-9CDF-C0ACC5FE6797}" srcId="{CA20F4B6-7003-4FA8-A909-87944FA16CBC}" destId="{94C1BABC-67D5-490A-88B7-39E79D44867A}" srcOrd="0" destOrd="0" parTransId="{343CE673-4AB0-4BA4-B9C5-F34E5BF0E4E8}" sibTransId="{390C1F5F-510C-4142-A9F7-F25949286AD8}"/>
    <dgm:cxn modelId="{308046BB-DF7B-2343-BC53-8A334C8E7300}" type="presOf" srcId="{959C2967-AA2C-4F02-90C1-67096346DF1E}" destId="{BC7C0DED-3BF5-384D-B753-DBF0F2FDE1C4}" srcOrd="0" destOrd="0" presId="urn:microsoft.com/office/officeart/2005/8/layout/vList2"/>
    <dgm:cxn modelId="{99BD29DC-AEFE-46F9-9DCD-839B24292799}" srcId="{CA20F4B6-7003-4FA8-A909-87944FA16CBC}" destId="{CE0A7FFE-A5A9-434E-906F-4B894FEE1CEE}" srcOrd="1" destOrd="0" parTransId="{6F1DAB27-2BD0-4DCB-A8AB-ABCB122BA87C}" sibTransId="{8D4A3310-1A62-4A17-98C5-9FE27B47027B}"/>
    <dgm:cxn modelId="{BA8419F6-CF6E-8348-9DE4-AEC142503AE3}" type="presOf" srcId="{CE0A7FFE-A5A9-434E-906F-4B894FEE1CEE}" destId="{8C297819-A2BB-624A-8A81-EDA075B07303}" srcOrd="0" destOrd="0" presId="urn:microsoft.com/office/officeart/2005/8/layout/vList2"/>
    <dgm:cxn modelId="{EE46A1E9-8985-FA4B-B336-EC15B870D5C6}" type="presParOf" srcId="{B68F9341-3A63-B345-8091-3C38A4A75850}" destId="{DC5C2B19-B1DC-1B43-AE56-CA3F242A9257}" srcOrd="0" destOrd="0" presId="urn:microsoft.com/office/officeart/2005/8/layout/vList2"/>
    <dgm:cxn modelId="{892A4AC1-BE5E-C142-A9C5-6D8E88081C57}" type="presParOf" srcId="{B68F9341-3A63-B345-8091-3C38A4A75850}" destId="{45668AD0-8ACC-4446-A943-2EA35A7468F8}" srcOrd="1" destOrd="0" presId="urn:microsoft.com/office/officeart/2005/8/layout/vList2"/>
    <dgm:cxn modelId="{FE181F47-F646-7949-8D41-78FBB4D670FE}" type="presParOf" srcId="{B68F9341-3A63-B345-8091-3C38A4A75850}" destId="{8C297819-A2BB-624A-8A81-EDA075B07303}" srcOrd="2" destOrd="0" presId="urn:microsoft.com/office/officeart/2005/8/layout/vList2"/>
    <dgm:cxn modelId="{588D2D2A-BCFC-2747-9C2A-F80892BF2A06}" type="presParOf" srcId="{B68F9341-3A63-B345-8091-3C38A4A75850}" destId="{7E673B12-5094-504B-BED6-6F4C14A65E51}" srcOrd="3" destOrd="0" presId="urn:microsoft.com/office/officeart/2005/8/layout/vList2"/>
    <dgm:cxn modelId="{A5374390-94C9-6A4C-8A75-89C167927971}" type="presParOf" srcId="{B68F9341-3A63-B345-8091-3C38A4A75850}" destId="{622F68C9-8983-274C-9F77-A45ED0A9F173}" srcOrd="4" destOrd="0" presId="urn:microsoft.com/office/officeart/2005/8/layout/vList2"/>
    <dgm:cxn modelId="{E314BB5F-261B-214A-8A09-464BA1A3FE7D}" type="presParOf" srcId="{B68F9341-3A63-B345-8091-3C38A4A75850}" destId="{2A9E59B4-AE41-2A40-B3D1-BBE3551513CC}" srcOrd="5" destOrd="0" presId="urn:microsoft.com/office/officeart/2005/8/layout/vList2"/>
    <dgm:cxn modelId="{1A1B9C14-B613-0B45-BD96-81BBA4F80897}" type="presParOf" srcId="{B68F9341-3A63-B345-8091-3C38A4A75850}" destId="{BC7C0DED-3BF5-384D-B753-DBF0F2FDE1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E09729-6F55-B14B-BB4E-904B61DAA812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3DC16956-63C6-BA4B-8F9D-E7D01DEEBF41}">
      <dgm:prSet phldrT="[Metin]"/>
      <dgm:spPr/>
      <dgm:t>
        <a:bodyPr/>
        <a:lstStyle/>
        <a:p>
          <a:r>
            <a:rPr lang="tr-TR" dirty="0"/>
            <a:t>Yapısal olmayan veri</a:t>
          </a:r>
        </a:p>
      </dgm:t>
    </dgm:pt>
    <dgm:pt modelId="{F4A568EE-4B3D-FC45-A162-C20A7B7B60DD}" type="parTrans" cxnId="{A0449212-FF33-CA4C-A67C-A441C91ADC35}">
      <dgm:prSet/>
      <dgm:spPr/>
      <dgm:t>
        <a:bodyPr/>
        <a:lstStyle/>
        <a:p>
          <a:endParaRPr lang="tr-TR"/>
        </a:p>
      </dgm:t>
    </dgm:pt>
    <dgm:pt modelId="{515D6E2C-9E34-514A-860C-3264F779FF5B}" type="sibTrans" cxnId="{A0449212-FF33-CA4C-A67C-A441C91ADC35}">
      <dgm:prSet/>
      <dgm:spPr/>
      <dgm:t>
        <a:bodyPr/>
        <a:lstStyle/>
        <a:p>
          <a:endParaRPr lang="tr-TR"/>
        </a:p>
      </dgm:t>
    </dgm:pt>
    <dgm:pt modelId="{A3A36E58-AD7F-2340-85D3-1272A9A9A94C}">
      <dgm:prSet phldrT="[Metin]"/>
      <dgm:spPr/>
      <dgm:t>
        <a:bodyPr/>
        <a:lstStyle/>
        <a:p>
          <a:r>
            <a:rPr lang="tr-TR" dirty="0"/>
            <a:t>Yapısal veri</a:t>
          </a:r>
        </a:p>
      </dgm:t>
    </dgm:pt>
    <dgm:pt modelId="{C6CCC789-B29C-D941-A3B1-166C02746DD3}" type="parTrans" cxnId="{122E6674-14A8-A94B-9933-7D5E6844D161}">
      <dgm:prSet/>
      <dgm:spPr/>
      <dgm:t>
        <a:bodyPr/>
        <a:lstStyle/>
        <a:p>
          <a:endParaRPr lang="tr-TR"/>
        </a:p>
      </dgm:t>
    </dgm:pt>
    <dgm:pt modelId="{FC9C09C0-38E9-2A45-B323-62C37FC5C1F4}" type="sibTrans" cxnId="{122E6674-14A8-A94B-9933-7D5E6844D161}">
      <dgm:prSet/>
      <dgm:spPr/>
      <dgm:t>
        <a:bodyPr/>
        <a:lstStyle/>
        <a:p>
          <a:endParaRPr lang="tr-TR"/>
        </a:p>
      </dgm:t>
    </dgm:pt>
    <dgm:pt modelId="{45404290-557B-9341-9C1D-9ACFAE0EC623}" type="pres">
      <dgm:prSet presAssocID="{C7E09729-6F55-B14B-BB4E-904B61DAA812}" presName="arrowDiagram" presStyleCnt="0">
        <dgm:presLayoutVars>
          <dgm:chMax val="5"/>
          <dgm:dir/>
          <dgm:resizeHandles val="exact"/>
        </dgm:presLayoutVars>
      </dgm:prSet>
      <dgm:spPr/>
    </dgm:pt>
    <dgm:pt modelId="{F76AD866-F10B-8841-A38B-9672D2D13C18}" type="pres">
      <dgm:prSet presAssocID="{C7E09729-6F55-B14B-BB4E-904B61DAA812}" presName="arrow" presStyleLbl="bgShp" presStyleIdx="0" presStyleCnt="1" custLinFactNeighborY="50000"/>
      <dgm:spPr/>
    </dgm:pt>
    <dgm:pt modelId="{6443D793-B722-F840-A67D-0DB2CE234E29}" type="pres">
      <dgm:prSet presAssocID="{C7E09729-6F55-B14B-BB4E-904B61DAA812}" presName="arrowDiagram2" presStyleCnt="0"/>
      <dgm:spPr/>
    </dgm:pt>
    <dgm:pt modelId="{AC9BDB88-96DC-7F43-A2C4-C17ED49A96A0}" type="pres">
      <dgm:prSet presAssocID="{3DC16956-63C6-BA4B-8F9D-E7D01DEEBF41}" presName="bullet2a" presStyleLbl="node1" presStyleIdx="0" presStyleCnt="2"/>
      <dgm:spPr/>
    </dgm:pt>
    <dgm:pt modelId="{763F0C24-58C5-B345-A06F-69BCDDA4ECF3}" type="pres">
      <dgm:prSet presAssocID="{3DC16956-63C6-BA4B-8F9D-E7D01DEEBF41}" presName="textBox2a" presStyleLbl="revTx" presStyleIdx="0" presStyleCnt="2">
        <dgm:presLayoutVars>
          <dgm:bulletEnabled val="1"/>
        </dgm:presLayoutVars>
      </dgm:prSet>
      <dgm:spPr/>
    </dgm:pt>
    <dgm:pt modelId="{C15559A3-FE34-F547-A3B2-303BB0DA8E14}" type="pres">
      <dgm:prSet presAssocID="{A3A36E58-AD7F-2340-85D3-1272A9A9A94C}" presName="bullet2b" presStyleLbl="node1" presStyleIdx="1" presStyleCnt="2"/>
      <dgm:spPr/>
    </dgm:pt>
    <dgm:pt modelId="{CD3E51D2-F087-1844-B6A6-93E88B41A914}" type="pres">
      <dgm:prSet presAssocID="{A3A36E58-AD7F-2340-85D3-1272A9A9A94C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A0449212-FF33-CA4C-A67C-A441C91ADC35}" srcId="{C7E09729-6F55-B14B-BB4E-904B61DAA812}" destId="{3DC16956-63C6-BA4B-8F9D-E7D01DEEBF41}" srcOrd="0" destOrd="0" parTransId="{F4A568EE-4B3D-FC45-A162-C20A7B7B60DD}" sibTransId="{515D6E2C-9E34-514A-860C-3264F779FF5B}"/>
    <dgm:cxn modelId="{5DA3781E-D5F4-194E-8214-CB95750452F0}" type="presOf" srcId="{3DC16956-63C6-BA4B-8F9D-E7D01DEEBF41}" destId="{763F0C24-58C5-B345-A06F-69BCDDA4ECF3}" srcOrd="0" destOrd="0" presId="urn:microsoft.com/office/officeart/2005/8/layout/arrow2"/>
    <dgm:cxn modelId="{EA66CC3F-D3AE-644E-AD2B-FD4D966DDAA3}" type="presOf" srcId="{A3A36E58-AD7F-2340-85D3-1272A9A9A94C}" destId="{CD3E51D2-F087-1844-B6A6-93E88B41A914}" srcOrd="0" destOrd="0" presId="urn:microsoft.com/office/officeart/2005/8/layout/arrow2"/>
    <dgm:cxn modelId="{9937A86A-91EA-9344-B440-B1437C3010FC}" type="presOf" srcId="{C7E09729-6F55-B14B-BB4E-904B61DAA812}" destId="{45404290-557B-9341-9C1D-9ACFAE0EC623}" srcOrd="0" destOrd="0" presId="urn:microsoft.com/office/officeart/2005/8/layout/arrow2"/>
    <dgm:cxn modelId="{122E6674-14A8-A94B-9933-7D5E6844D161}" srcId="{C7E09729-6F55-B14B-BB4E-904B61DAA812}" destId="{A3A36E58-AD7F-2340-85D3-1272A9A9A94C}" srcOrd="1" destOrd="0" parTransId="{C6CCC789-B29C-D941-A3B1-166C02746DD3}" sibTransId="{FC9C09C0-38E9-2A45-B323-62C37FC5C1F4}"/>
    <dgm:cxn modelId="{5C1B2735-E500-4544-BA38-530BA79395AF}" type="presParOf" srcId="{45404290-557B-9341-9C1D-9ACFAE0EC623}" destId="{F76AD866-F10B-8841-A38B-9672D2D13C18}" srcOrd="0" destOrd="0" presId="urn:microsoft.com/office/officeart/2005/8/layout/arrow2"/>
    <dgm:cxn modelId="{B7F0C049-EB64-9C4F-9522-DD3EB1F52840}" type="presParOf" srcId="{45404290-557B-9341-9C1D-9ACFAE0EC623}" destId="{6443D793-B722-F840-A67D-0DB2CE234E29}" srcOrd="1" destOrd="0" presId="urn:microsoft.com/office/officeart/2005/8/layout/arrow2"/>
    <dgm:cxn modelId="{0DAEEA1D-AF47-C944-95A5-43D9DBDDFD22}" type="presParOf" srcId="{6443D793-B722-F840-A67D-0DB2CE234E29}" destId="{AC9BDB88-96DC-7F43-A2C4-C17ED49A96A0}" srcOrd="0" destOrd="0" presId="urn:microsoft.com/office/officeart/2005/8/layout/arrow2"/>
    <dgm:cxn modelId="{5847958B-2D4F-6845-A93B-3119DCC32092}" type="presParOf" srcId="{6443D793-B722-F840-A67D-0DB2CE234E29}" destId="{763F0C24-58C5-B345-A06F-69BCDDA4ECF3}" srcOrd="1" destOrd="0" presId="urn:microsoft.com/office/officeart/2005/8/layout/arrow2"/>
    <dgm:cxn modelId="{49C799E2-42AC-7647-B0E4-65C0600DAF5D}" type="presParOf" srcId="{6443D793-B722-F840-A67D-0DB2CE234E29}" destId="{C15559A3-FE34-F547-A3B2-303BB0DA8E14}" srcOrd="2" destOrd="0" presId="urn:microsoft.com/office/officeart/2005/8/layout/arrow2"/>
    <dgm:cxn modelId="{75929EFA-407B-F646-BA30-C9A6D360F0CD}" type="presParOf" srcId="{6443D793-B722-F840-A67D-0DB2CE234E29}" destId="{CD3E51D2-F087-1844-B6A6-93E88B41A914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37348D-BA0B-E645-8331-C51018EE4A09}" type="doc">
      <dgm:prSet loTypeId="urn:microsoft.com/office/officeart/2005/8/layout/orgChart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tr-TR"/>
        </a:p>
      </dgm:t>
    </dgm:pt>
    <dgm:pt modelId="{69B673C8-7927-4641-87B8-D0B93503C034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Veri Türleri</a:t>
          </a:r>
        </a:p>
      </dgm:t>
    </dgm:pt>
    <dgm:pt modelId="{A09FD2E5-7FA6-F04A-ACB1-011BF32D789B}" type="parTrans" cxnId="{43A33243-FC08-1F4C-9020-427F523C0932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C9DDB0-D12B-C64A-8CEB-96FADA7FFBBD}" type="sibTrans" cxnId="{43A33243-FC08-1F4C-9020-427F523C0932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A59397-E1DE-2448-B72E-64704815A42B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Kategorik</a:t>
          </a:r>
        </a:p>
      </dgm:t>
    </dgm:pt>
    <dgm:pt modelId="{708EA83A-CB8F-6C47-8F82-DCD905DE2011}" type="parTrans" cxnId="{71ED74A6-30E0-874A-9E4C-595BAE4E6033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D7DF7B-3E34-1941-9A96-23968220372E}" type="sibTrans" cxnId="{71ED74A6-30E0-874A-9E4C-595BAE4E6033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544FED-CA16-1943-81F9-E979C91DDCFF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Nümerik</a:t>
          </a:r>
        </a:p>
      </dgm:t>
    </dgm:pt>
    <dgm:pt modelId="{427FD1E7-A58B-D744-AC23-F3339E4838C8}" type="parTrans" cxnId="{25A4EF47-EAA7-6540-9D13-0A0719707FED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406300-1282-FB43-B8BE-A5C82F6D50A0}" type="sibTrans" cxnId="{25A4EF47-EAA7-6540-9D13-0A0719707FED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7CB77A-DD48-444E-AA5B-3112743FA315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Nominal</a:t>
          </a:r>
        </a:p>
      </dgm:t>
    </dgm:pt>
    <dgm:pt modelId="{81867483-991C-5841-B3EF-4F0C50CAFFD9}" type="parTrans" cxnId="{E69B9000-4729-2449-8F98-0C2BB58F567C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5DF572-17ED-C64D-93C5-7144555A4721}" type="sibTrans" cxnId="{E69B9000-4729-2449-8F98-0C2BB58F567C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73E5EB-C15B-BB47-81B3-55D6A70F5A68}">
      <dgm:prSet phldrT="[Metin]" custT="1"/>
      <dgm:spPr/>
      <dgm:t>
        <a:bodyPr/>
        <a:lstStyle/>
        <a:p>
          <a:r>
            <a:rPr lang="tr-TR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Ordinal</a:t>
          </a:r>
          <a:endParaRPr lang="tr-TR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F91153-25EB-3D48-9E70-4D928DF84EC4}" type="parTrans" cxnId="{55973EE8-74E7-CC4B-9B24-3078FFB02837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34C020-5E3C-5041-8173-2E4984377F4D}" type="sibTrans" cxnId="{55973EE8-74E7-CC4B-9B24-3078FFB02837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3094FB-AE73-B64E-A80F-80B146DBBF85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Oranlı (</a:t>
          </a:r>
          <a:r>
            <a:rPr lang="tr-TR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Ratio</a:t>
          </a: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86B7F128-B4C8-6940-971F-BE0328BBC923}" type="parTrans" cxnId="{CBB7FE33-04A4-A048-A5CA-B336362614CD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9D28C6-2F9F-1948-8DB3-50096BDBCD45}" type="sibTrans" cxnId="{CBB7FE33-04A4-A048-A5CA-B336362614CD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996B84-820F-4044-90BE-7E57834542EF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Sayısal olarak ifade edilmez nitelik belirtir</a:t>
          </a:r>
          <a:b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Ör: Saç rengi, göz rengi</a:t>
          </a:r>
        </a:p>
      </dgm:t>
    </dgm:pt>
    <dgm:pt modelId="{2901A25D-1E7E-2A4D-A877-7C29BCEDC942}" type="parTrans" cxnId="{E87A50DE-44C1-4940-8EFA-BBEDF3E02F77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51FFC3-282E-1146-A393-B76C2D5B648F}" type="sibTrans" cxnId="{E87A50DE-44C1-4940-8EFA-BBEDF3E02F77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95EAED-C452-4243-8273-1BE39882E990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Sıralama söz konusudur</a:t>
          </a:r>
          <a:b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Ör: Küçük, orta, büyük</a:t>
          </a:r>
        </a:p>
      </dgm:t>
    </dgm:pt>
    <dgm:pt modelId="{5FB90FFE-2910-9547-9F3A-5FB09FBD5479}" type="parTrans" cxnId="{05114E09-2567-9845-A11F-8A61165D4651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76F2FF-59B8-5A4A-9456-247C7D6F6D9B}" type="sibTrans" cxnId="{05114E09-2567-9845-A11F-8A61165D4651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CD50FC-4970-7646-BD80-3B73C9B58FBC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Aralıklı (</a:t>
          </a:r>
          <a:r>
            <a:rPr lang="tr-TR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Interval</a:t>
          </a: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79C4D96B-C024-8949-9C68-EA734CA516D0}" type="parTrans" cxnId="{DBD8E582-C203-A847-8945-FF267E1C361B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F1275D-ADA2-A245-922D-E5D42D935586}" type="sibTrans" cxnId="{DBD8E582-C203-A847-8945-FF267E1C361B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CF6E84-0653-954D-A251-543988193E5E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Toplama, çıkartma gibi işleler yapılabilir.</a:t>
          </a:r>
          <a:b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ÖR: sıcaklık </a:t>
          </a:r>
          <a:r>
            <a:rPr lang="tr-TR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fahrenhait</a:t>
          </a:r>
          <a:endParaRPr lang="tr-TR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69319-FD91-E040-84D8-862A02E817AB}" type="parTrans" cxnId="{8665D2EA-7E52-4044-8183-D97E54293F32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F3C9B0-7BCC-6F4B-8C71-71FD4ED244E6}" type="sibTrans" cxnId="{8665D2EA-7E52-4044-8183-D97E54293F32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B4AF27-2183-5F46-B893-1CE1EA174F3A}">
      <dgm:prSet phldrT="[Metin]" custT="1"/>
      <dgm:spPr/>
      <dgm:t>
        <a:bodyPr/>
        <a:lstStyle/>
        <a:p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İki değer arasındaki orandır.</a:t>
          </a:r>
          <a:b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Ör; </a:t>
          </a:r>
          <a:r>
            <a:rPr lang="tr-TR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yaş,uzunluk</a:t>
          </a:r>
          <a:r>
            <a:rPr lang="tr-T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038AA03C-8D50-2044-B8F5-EA7AA22A56EB}" type="parTrans" cxnId="{2BC90CD1-57A4-8847-8E30-25FDEF0CE55E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AD5706-C30D-5248-BC62-33F2ED9261FE}" type="sibTrans" cxnId="{2BC90CD1-57A4-8847-8E30-25FDEF0CE55E}">
      <dgm:prSet/>
      <dgm:spPr/>
      <dgm:t>
        <a:bodyPr/>
        <a:lstStyle/>
        <a:p>
          <a:endParaRPr lang="tr-TR" sz="14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A73F2A-A767-DA4F-ABDE-C8E1F1C3B9D2}" type="pres">
      <dgm:prSet presAssocID="{5F37348D-BA0B-E645-8331-C51018EE4A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145606-B41C-E34A-B76F-7E698C351127}" type="pres">
      <dgm:prSet presAssocID="{69B673C8-7927-4641-87B8-D0B93503C034}" presName="hierRoot1" presStyleCnt="0">
        <dgm:presLayoutVars>
          <dgm:hierBranch val="init"/>
        </dgm:presLayoutVars>
      </dgm:prSet>
      <dgm:spPr/>
    </dgm:pt>
    <dgm:pt modelId="{CBD03963-7332-7241-83D0-443C60668481}" type="pres">
      <dgm:prSet presAssocID="{69B673C8-7927-4641-87B8-D0B93503C034}" presName="rootComposite1" presStyleCnt="0"/>
      <dgm:spPr/>
    </dgm:pt>
    <dgm:pt modelId="{7A9F5D24-7312-454C-97D6-FB62BB2BE4F2}" type="pres">
      <dgm:prSet presAssocID="{69B673C8-7927-4641-87B8-D0B93503C034}" presName="rootText1" presStyleLbl="node0" presStyleIdx="0" presStyleCnt="1">
        <dgm:presLayoutVars>
          <dgm:chPref val="3"/>
        </dgm:presLayoutVars>
      </dgm:prSet>
      <dgm:spPr/>
    </dgm:pt>
    <dgm:pt modelId="{C0B2AAC0-8A9C-8D41-BC1A-57FEF62BB305}" type="pres">
      <dgm:prSet presAssocID="{69B673C8-7927-4641-87B8-D0B93503C034}" presName="rootConnector1" presStyleLbl="node1" presStyleIdx="0" presStyleCnt="0"/>
      <dgm:spPr/>
    </dgm:pt>
    <dgm:pt modelId="{A017ADE0-D98A-2941-9C1A-AE2DC2D3A271}" type="pres">
      <dgm:prSet presAssocID="{69B673C8-7927-4641-87B8-D0B93503C034}" presName="hierChild2" presStyleCnt="0"/>
      <dgm:spPr/>
    </dgm:pt>
    <dgm:pt modelId="{2DD5E98B-8B79-C646-B794-1BC1C6D0A428}" type="pres">
      <dgm:prSet presAssocID="{708EA83A-CB8F-6C47-8F82-DCD905DE2011}" presName="Name37" presStyleLbl="parChTrans1D2" presStyleIdx="0" presStyleCnt="2"/>
      <dgm:spPr/>
    </dgm:pt>
    <dgm:pt modelId="{682DF5C1-30A0-054C-BF11-CEB414ABA4B1}" type="pres">
      <dgm:prSet presAssocID="{31A59397-E1DE-2448-B72E-64704815A42B}" presName="hierRoot2" presStyleCnt="0">
        <dgm:presLayoutVars>
          <dgm:hierBranch val="init"/>
        </dgm:presLayoutVars>
      </dgm:prSet>
      <dgm:spPr/>
    </dgm:pt>
    <dgm:pt modelId="{F8D9DC09-9338-194C-83D4-203E5E13C498}" type="pres">
      <dgm:prSet presAssocID="{31A59397-E1DE-2448-B72E-64704815A42B}" presName="rootComposite" presStyleCnt="0"/>
      <dgm:spPr/>
    </dgm:pt>
    <dgm:pt modelId="{EAD7AE1C-3288-CC42-89A9-FB25BB59F1F6}" type="pres">
      <dgm:prSet presAssocID="{31A59397-E1DE-2448-B72E-64704815A42B}" presName="rootText" presStyleLbl="node2" presStyleIdx="0" presStyleCnt="2">
        <dgm:presLayoutVars>
          <dgm:chPref val="3"/>
        </dgm:presLayoutVars>
      </dgm:prSet>
      <dgm:spPr/>
    </dgm:pt>
    <dgm:pt modelId="{D53D20BC-E4E7-2242-A909-02C035D732B4}" type="pres">
      <dgm:prSet presAssocID="{31A59397-E1DE-2448-B72E-64704815A42B}" presName="rootConnector" presStyleLbl="node2" presStyleIdx="0" presStyleCnt="2"/>
      <dgm:spPr/>
    </dgm:pt>
    <dgm:pt modelId="{9AB91BCA-567A-B14D-B5D2-0E65C5422EB9}" type="pres">
      <dgm:prSet presAssocID="{31A59397-E1DE-2448-B72E-64704815A42B}" presName="hierChild4" presStyleCnt="0"/>
      <dgm:spPr/>
    </dgm:pt>
    <dgm:pt modelId="{23ABA3AB-E0D7-C642-A3E2-4CA19B49C882}" type="pres">
      <dgm:prSet presAssocID="{81867483-991C-5841-B3EF-4F0C50CAFFD9}" presName="Name37" presStyleLbl="parChTrans1D3" presStyleIdx="0" presStyleCnt="4"/>
      <dgm:spPr/>
    </dgm:pt>
    <dgm:pt modelId="{9F62955F-EED0-1D49-A612-168D22B0F9E8}" type="pres">
      <dgm:prSet presAssocID="{BC7CB77A-DD48-444E-AA5B-3112743FA315}" presName="hierRoot2" presStyleCnt="0">
        <dgm:presLayoutVars>
          <dgm:hierBranch val="init"/>
        </dgm:presLayoutVars>
      </dgm:prSet>
      <dgm:spPr/>
    </dgm:pt>
    <dgm:pt modelId="{CBE45392-D9F3-9042-BCD7-FF70C91ADC74}" type="pres">
      <dgm:prSet presAssocID="{BC7CB77A-DD48-444E-AA5B-3112743FA315}" presName="rootComposite" presStyleCnt="0"/>
      <dgm:spPr/>
    </dgm:pt>
    <dgm:pt modelId="{DD757D4E-29F3-E842-8132-C85C2AC71216}" type="pres">
      <dgm:prSet presAssocID="{BC7CB77A-DD48-444E-AA5B-3112743FA315}" presName="rootText" presStyleLbl="node3" presStyleIdx="0" presStyleCnt="4">
        <dgm:presLayoutVars>
          <dgm:chPref val="3"/>
        </dgm:presLayoutVars>
      </dgm:prSet>
      <dgm:spPr/>
    </dgm:pt>
    <dgm:pt modelId="{41731C48-143A-4743-B9FE-CD1BE2453853}" type="pres">
      <dgm:prSet presAssocID="{BC7CB77A-DD48-444E-AA5B-3112743FA315}" presName="rootConnector" presStyleLbl="node3" presStyleIdx="0" presStyleCnt="4"/>
      <dgm:spPr/>
    </dgm:pt>
    <dgm:pt modelId="{569BA7AF-4559-A640-95B8-F6E49EE87D15}" type="pres">
      <dgm:prSet presAssocID="{BC7CB77A-DD48-444E-AA5B-3112743FA315}" presName="hierChild4" presStyleCnt="0"/>
      <dgm:spPr/>
    </dgm:pt>
    <dgm:pt modelId="{DA9C159D-B26A-DE42-BD72-1141B4C5A94C}" type="pres">
      <dgm:prSet presAssocID="{2901A25D-1E7E-2A4D-A877-7C29BCEDC942}" presName="Name37" presStyleLbl="parChTrans1D4" presStyleIdx="0" presStyleCnt="4"/>
      <dgm:spPr/>
    </dgm:pt>
    <dgm:pt modelId="{ACC8A917-2B92-F64A-92AD-DA718D51CDD9}" type="pres">
      <dgm:prSet presAssocID="{71996B84-820F-4044-90BE-7E57834542EF}" presName="hierRoot2" presStyleCnt="0">
        <dgm:presLayoutVars>
          <dgm:hierBranch val="init"/>
        </dgm:presLayoutVars>
      </dgm:prSet>
      <dgm:spPr/>
    </dgm:pt>
    <dgm:pt modelId="{DE5B5271-110E-C746-8891-9D763E8E9E0E}" type="pres">
      <dgm:prSet presAssocID="{71996B84-820F-4044-90BE-7E57834542EF}" presName="rootComposite" presStyleCnt="0"/>
      <dgm:spPr/>
    </dgm:pt>
    <dgm:pt modelId="{E0DF703B-7A07-1948-8450-A27B02625728}" type="pres">
      <dgm:prSet presAssocID="{71996B84-820F-4044-90BE-7E57834542EF}" presName="rootText" presStyleLbl="node4" presStyleIdx="0" presStyleCnt="4">
        <dgm:presLayoutVars>
          <dgm:chPref val="3"/>
        </dgm:presLayoutVars>
      </dgm:prSet>
      <dgm:spPr/>
    </dgm:pt>
    <dgm:pt modelId="{6BEAC890-E815-A24D-BC20-1E6DC9C9E096}" type="pres">
      <dgm:prSet presAssocID="{71996B84-820F-4044-90BE-7E57834542EF}" presName="rootConnector" presStyleLbl="node4" presStyleIdx="0" presStyleCnt="4"/>
      <dgm:spPr/>
    </dgm:pt>
    <dgm:pt modelId="{CC1C3C69-F5E9-494C-8F03-6E6AF138725D}" type="pres">
      <dgm:prSet presAssocID="{71996B84-820F-4044-90BE-7E57834542EF}" presName="hierChild4" presStyleCnt="0"/>
      <dgm:spPr/>
    </dgm:pt>
    <dgm:pt modelId="{FE9C5271-1B9E-974E-B4D6-6C52A38C15BC}" type="pres">
      <dgm:prSet presAssocID="{71996B84-820F-4044-90BE-7E57834542EF}" presName="hierChild5" presStyleCnt="0"/>
      <dgm:spPr/>
    </dgm:pt>
    <dgm:pt modelId="{74360700-4EF2-9143-AAB7-D20EE64B9158}" type="pres">
      <dgm:prSet presAssocID="{BC7CB77A-DD48-444E-AA5B-3112743FA315}" presName="hierChild5" presStyleCnt="0"/>
      <dgm:spPr/>
    </dgm:pt>
    <dgm:pt modelId="{C6B3DB0D-61BE-FA4A-A9E5-3474CD6DD283}" type="pres">
      <dgm:prSet presAssocID="{55F91153-25EB-3D48-9E70-4D928DF84EC4}" presName="Name37" presStyleLbl="parChTrans1D3" presStyleIdx="1" presStyleCnt="4"/>
      <dgm:spPr/>
    </dgm:pt>
    <dgm:pt modelId="{521ABF47-4570-434B-A09E-972FCF30CAD7}" type="pres">
      <dgm:prSet presAssocID="{DE73E5EB-C15B-BB47-81B3-55D6A70F5A68}" presName="hierRoot2" presStyleCnt="0">
        <dgm:presLayoutVars>
          <dgm:hierBranch val="init"/>
        </dgm:presLayoutVars>
      </dgm:prSet>
      <dgm:spPr/>
    </dgm:pt>
    <dgm:pt modelId="{26AD7D6F-5A6E-574A-AD55-91CA6815247E}" type="pres">
      <dgm:prSet presAssocID="{DE73E5EB-C15B-BB47-81B3-55D6A70F5A68}" presName="rootComposite" presStyleCnt="0"/>
      <dgm:spPr/>
    </dgm:pt>
    <dgm:pt modelId="{7D89E72D-1A19-DA46-B199-54E3FF817A9D}" type="pres">
      <dgm:prSet presAssocID="{DE73E5EB-C15B-BB47-81B3-55D6A70F5A68}" presName="rootText" presStyleLbl="node3" presStyleIdx="1" presStyleCnt="4">
        <dgm:presLayoutVars>
          <dgm:chPref val="3"/>
        </dgm:presLayoutVars>
      </dgm:prSet>
      <dgm:spPr/>
    </dgm:pt>
    <dgm:pt modelId="{77D6A4F8-7DD7-E447-BE38-DEB151A1CD12}" type="pres">
      <dgm:prSet presAssocID="{DE73E5EB-C15B-BB47-81B3-55D6A70F5A68}" presName="rootConnector" presStyleLbl="node3" presStyleIdx="1" presStyleCnt="4"/>
      <dgm:spPr/>
    </dgm:pt>
    <dgm:pt modelId="{CAE36D2E-A364-F24C-9F3B-D5CAC9C16C5B}" type="pres">
      <dgm:prSet presAssocID="{DE73E5EB-C15B-BB47-81B3-55D6A70F5A68}" presName="hierChild4" presStyleCnt="0"/>
      <dgm:spPr/>
    </dgm:pt>
    <dgm:pt modelId="{26248F2A-BE49-4048-B2A7-E24B70EFBC34}" type="pres">
      <dgm:prSet presAssocID="{5FB90FFE-2910-9547-9F3A-5FB09FBD5479}" presName="Name37" presStyleLbl="parChTrans1D4" presStyleIdx="1" presStyleCnt="4"/>
      <dgm:spPr/>
    </dgm:pt>
    <dgm:pt modelId="{B7DDB88D-9353-F443-A0A5-43E57078D664}" type="pres">
      <dgm:prSet presAssocID="{8395EAED-C452-4243-8273-1BE39882E990}" presName="hierRoot2" presStyleCnt="0">
        <dgm:presLayoutVars>
          <dgm:hierBranch val="init"/>
        </dgm:presLayoutVars>
      </dgm:prSet>
      <dgm:spPr/>
    </dgm:pt>
    <dgm:pt modelId="{97AA46A6-2A38-0F44-939E-B8E62BBEF368}" type="pres">
      <dgm:prSet presAssocID="{8395EAED-C452-4243-8273-1BE39882E990}" presName="rootComposite" presStyleCnt="0"/>
      <dgm:spPr/>
    </dgm:pt>
    <dgm:pt modelId="{E059B08E-3F70-6E4A-8D80-1FB3348488FE}" type="pres">
      <dgm:prSet presAssocID="{8395EAED-C452-4243-8273-1BE39882E990}" presName="rootText" presStyleLbl="node4" presStyleIdx="1" presStyleCnt="4">
        <dgm:presLayoutVars>
          <dgm:chPref val="3"/>
        </dgm:presLayoutVars>
      </dgm:prSet>
      <dgm:spPr/>
    </dgm:pt>
    <dgm:pt modelId="{CC41284D-B695-4E4B-9218-7603D783E2D2}" type="pres">
      <dgm:prSet presAssocID="{8395EAED-C452-4243-8273-1BE39882E990}" presName="rootConnector" presStyleLbl="node4" presStyleIdx="1" presStyleCnt="4"/>
      <dgm:spPr/>
    </dgm:pt>
    <dgm:pt modelId="{AA630832-E487-BE4F-83A0-862345374511}" type="pres">
      <dgm:prSet presAssocID="{8395EAED-C452-4243-8273-1BE39882E990}" presName="hierChild4" presStyleCnt="0"/>
      <dgm:spPr/>
    </dgm:pt>
    <dgm:pt modelId="{3EC2FE29-0371-BC44-BA74-7DFEAF23AA02}" type="pres">
      <dgm:prSet presAssocID="{8395EAED-C452-4243-8273-1BE39882E990}" presName="hierChild5" presStyleCnt="0"/>
      <dgm:spPr/>
    </dgm:pt>
    <dgm:pt modelId="{1C9A0E51-01E4-DD4D-8A37-960F75A4AB78}" type="pres">
      <dgm:prSet presAssocID="{DE73E5EB-C15B-BB47-81B3-55D6A70F5A68}" presName="hierChild5" presStyleCnt="0"/>
      <dgm:spPr/>
    </dgm:pt>
    <dgm:pt modelId="{83FD417B-519C-EF40-A374-1C1D613BE2C2}" type="pres">
      <dgm:prSet presAssocID="{31A59397-E1DE-2448-B72E-64704815A42B}" presName="hierChild5" presStyleCnt="0"/>
      <dgm:spPr/>
    </dgm:pt>
    <dgm:pt modelId="{93C8F443-E1DA-E44A-A799-A6E5ABD52EAF}" type="pres">
      <dgm:prSet presAssocID="{427FD1E7-A58B-D744-AC23-F3339E4838C8}" presName="Name37" presStyleLbl="parChTrans1D2" presStyleIdx="1" presStyleCnt="2"/>
      <dgm:spPr/>
    </dgm:pt>
    <dgm:pt modelId="{FBF746B3-9A70-724D-A68F-C8AEE5C61A84}" type="pres">
      <dgm:prSet presAssocID="{4A544FED-CA16-1943-81F9-E979C91DDCFF}" presName="hierRoot2" presStyleCnt="0">
        <dgm:presLayoutVars>
          <dgm:hierBranch val="init"/>
        </dgm:presLayoutVars>
      </dgm:prSet>
      <dgm:spPr/>
    </dgm:pt>
    <dgm:pt modelId="{AADA743F-5851-6242-8FA5-F780B2AAA8AC}" type="pres">
      <dgm:prSet presAssocID="{4A544FED-CA16-1943-81F9-E979C91DDCFF}" presName="rootComposite" presStyleCnt="0"/>
      <dgm:spPr/>
    </dgm:pt>
    <dgm:pt modelId="{B5C5F035-1A82-FD48-BF4A-93A8EE75E41A}" type="pres">
      <dgm:prSet presAssocID="{4A544FED-CA16-1943-81F9-E979C91DDCFF}" presName="rootText" presStyleLbl="node2" presStyleIdx="1" presStyleCnt="2">
        <dgm:presLayoutVars>
          <dgm:chPref val="3"/>
        </dgm:presLayoutVars>
      </dgm:prSet>
      <dgm:spPr/>
    </dgm:pt>
    <dgm:pt modelId="{20385D80-FE2F-914E-A7DC-8EAC502758D4}" type="pres">
      <dgm:prSet presAssocID="{4A544FED-CA16-1943-81F9-E979C91DDCFF}" presName="rootConnector" presStyleLbl="node2" presStyleIdx="1" presStyleCnt="2"/>
      <dgm:spPr/>
    </dgm:pt>
    <dgm:pt modelId="{5316A482-7A1F-AD42-8130-E3916DA31882}" type="pres">
      <dgm:prSet presAssocID="{4A544FED-CA16-1943-81F9-E979C91DDCFF}" presName="hierChild4" presStyleCnt="0"/>
      <dgm:spPr/>
    </dgm:pt>
    <dgm:pt modelId="{5047E9AE-2CB9-934D-8D59-E57BCE824085}" type="pres">
      <dgm:prSet presAssocID="{79C4D96B-C024-8949-9C68-EA734CA516D0}" presName="Name37" presStyleLbl="parChTrans1D3" presStyleIdx="2" presStyleCnt="4"/>
      <dgm:spPr/>
    </dgm:pt>
    <dgm:pt modelId="{F3B0703E-77C7-4A49-B29D-FB13EB275C74}" type="pres">
      <dgm:prSet presAssocID="{61CD50FC-4970-7646-BD80-3B73C9B58FBC}" presName="hierRoot2" presStyleCnt="0">
        <dgm:presLayoutVars>
          <dgm:hierBranch val="init"/>
        </dgm:presLayoutVars>
      </dgm:prSet>
      <dgm:spPr/>
    </dgm:pt>
    <dgm:pt modelId="{75883808-C03D-8C4D-BEED-2D70E73AC9F6}" type="pres">
      <dgm:prSet presAssocID="{61CD50FC-4970-7646-BD80-3B73C9B58FBC}" presName="rootComposite" presStyleCnt="0"/>
      <dgm:spPr/>
    </dgm:pt>
    <dgm:pt modelId="{2237CAA0-FB98-1D40-8996-C1EA1C08516D}" type="pres">
      <dgm:prSet presAssocID="{61CD50FC-4970-7646-BD80-3B73C9B58FBC}" presName="rootText" presStyleLbl="node3" presStyleIdx="2" presStyleCnt="4">
        <dgm:presLayoutVars>
          <dgm:chPref val="3"/>
        </dgm:presLayoutVars>
      </dgm:prSet>
      <dgm:spPr/>
    </dgm:pt>
    <dgm:pt modelId="{BCCDE35D-D6EF-A943-B42F-7F1F7091257F}" type="pres">
      <dgm:prSet presAssocID="{61CD50FC-4970-7646-BD80-3B73C9B58FBC}" presName="rootConnector" presStyleLbl="node3" presStyleIdx="2" presStyleCnt="4"/>
      <dgm:spPr/>
    </dgm:pt>
    <dgm:pt modelId="{E8C34490-A825-0049-9376-0FC98AD8262E}" type="pres">
      <dgm:prSet presAssocID="{61CD50FC-4970-7646-BD80-3B73C9B58FBC}" presName="hierChild4" presStyleCnt="0"/>
      <dgm:spPr/>
    </dgm:pt>
    <dgm:pt modelId="{9A45509C-F3E3-CA41-BE85-5D6EC3F65D4E}" type="pres">
      <dgm:prSet presAssocID="{00969319-FD91-E040-84D8-862A02E817AB}" presName="Name37" presStyleLbl="parChTrans1D4" presStyleIdx="2" presStyleCnt="4"/>
      <dgm:spPr/>
    </dgm:pt>
    <dgm:pt modelId="{9584ED3D-26C8-144A-A0C3-1DE8B5E6AAD0}" type="pres">
      <dgm:prSet presAssocID="{83CF6E84-0653-954D-A251-543988193E5E}" presName="hierRoot2" presStyleCnt="0">
        <dgm:presLayoutVars>
          <dgm:hierBranch val="init"/>
        </dgm:presLayoutVars>
      </dgm:prSet>
      <dgm:spPr/>
    </dgm:pt>
    <dgm:pt modelId="{7D020D81-03E4-BD42-A579-CE9AA11CDEF3}" type="pres">
      <dgm:prSet presAssocID="{83CF6E84-0653-954D-A251-543988193E5E}" presName="rootComposite" presStyleCnt="0"/>
      <dgm:spPr/>
    </dgm:pt>
    <dgm:pt modelId="{285E53F1-D6C8-804E-B8E2-0AA166F0BE06}" type="pres">
      <dgm:prSet presAssocID="{83CF6E84-0653-954D-A251-543988193E5E}" presName="rootText" presStyleLbl="node4" presStyleIdx="2" presStyleCnt="4">
        <dgm:presLayoutVars>
          <dgm:chPref val="3"/>
        </dgm:presLayoutVars>
      </dgm:prSet>
      <dgm:spPr/>
    </dgm:pt>
    <dgm:pt modelId="{60717F9D-DB5B-0046-A5F6-414051035BB5}" type="pres">
      <dgm:prSet presAssocID="{83CF6E84-0653-954D-A251-543988193E5E}" presName="rootConnector" presStyleLbl="node4" presStyleIdx="2" presStyleCnt="4"/>
      <dgm:spPr/>
    </dgm:pt>
    <dgm:pt modelId="{6A79D642-2F2F-5C48-BC64-ED91A421022A}" type="pres">
      <dgm:prSet presAssocID="{83CF6E84-0653-954D-A251-543988193E5E}" presName="hierChild4" presStyleCnt="0"/>
      <dgm:spPr/>
    </dgm:pt>
    <dgm:pt modelId="{A85A625E-5A04-2246-BE2A-8E1022C6CCDD}" type="pres">
      <dgm:prSet presAssocID="{83CF6E84-0653-954D-A251-543988193E5E}" presName="hierChild5" presStyleCnt="0"/>
      <dgm:spPr/>
    </dgm:pt>
    <dgm:pt modelId="{D39D3A02-9F45-AE43-B4BD-A70B046659A5}" type="pres">
      <dgm:prSet presAssocID="{61CD50FC-4970-7646-BD80-3B73C9B58FBC}" presName="hierChild5" presStyleCnt="0"/>
      <dgm:spPr/>
    </dgm:pt>
    <dgm:pt modelId="{40082975-4EB1-4445-8A67-3E17F0588C7D}" type="pres">
      <dgm:prSet presAssocID="{86B7F128-B4C8-6940-971F-BE0328BBC923}" presName="Name37" presStyleLbl="parChTrans1D3" presStyleIdx="3" presStyleCnt="4"/>
      <dgm:spPr/>
    </dgm:pt>
    <dgm:pt modelId="{26195616-AE64-F648-91EC-091ABEAE8ED8}" type="pres">
      <dgm:prSet presAssocID="{2A3094FB-AE73-B64E-A80F-80B146DBBF85}" presName="hierRoot2" presStyleCnt="0">
        <dgm:presLayoutVars>
          <dgm:hierBranch val="init"/>
        </dgm:presLayoutVars>
      </dgm:prSet>
      <dgm:spPr/>
    </dgm:pt>
    <dgm:pt modelId="{63F43F6B-35DD-8849-8E04-2B03FE26B7EC}" type="pres">
      <dgm:prSet presAssocID="{2A3094FB-AE73-B64E-A80F-80B146DBBF85}" presName="rootComposite" presStyleCnt="0"/>
      <dgm:spPr/>
    </dgm:pt>
    <dgm:pt modelId="{C4E61275-29A1-804C-943C-0F65BDA04AB0}" type="pres">
      <dgm:prSet presAssocID="{2A3094FB-AE73-B64E-A80F-80B146DBBF85}" presName="rootText" presStyleLbl="node3" presStyleIdx="3" presStyleCnt="4">
        <dgm:presLayoutVars>
          <dgm:chPref val="3"/>
        </dgm:presLayoutVars>
      </dgm:prSet>
      <dgm:spPr/>
    </dgm:pt>
    <dgm:pt modelId="{6AD5A4C8-CDFE-BF41-B05B-4C2C5FF38B4C}" type="pres">
      <dgm:prSet presAssocID="{2A3094FB-AE73-B64E-A80F-80B146DBBF85}" presName="rootConnector" presStyleLbl="node3" presStyleIdx="3" presStyleCnt="4"/>
      <dgm:spPr/>
    </dgm:pt>
    <dgm:pt modelId="{39925670-B354-D444-BF11-28C8B77BB609}" type="pres">
      <dgm:prSet presAssocID="{2A3094FB-AE73-B64E-A80F-80B146DBBF85}" presName="hierChild4" presStyleCnt="0"/>
      <dgm:spPr/>
    </dgm:pt>
    <dgm:pt modelId="{2DFF5661-03F8-E546-B713-173E2AC27FA6}" type="pres">
      <dgm:prSet presAssocID="{038AA03C-8D50-2044-B8F5-EA7AA22A56EB}" presName="Name37" presStyleLbl="parChTrans1D4" presStyleIdx="3" presStyleCnt="4"/>
      <dgm:spPr/>
    </dgm:pt>
    <dgm:pt modelId="{13C2EA2D-1B77-BF4C-A30B-77DDBCDC44D4}" type="pres">
      <dgm:prSet presAssocID="{EDB4AF27-2183-5F46-B893-1CE1EA174F3A}" presName="hierRoot2" presStyleCnt="0">
        <dgm:presLayoutVars>
          <dgm:hierBranch val="init"/>
        </dgm:presLayoutVars>
      </dgm:prSet>
      <dgm:spPr/>
    </dgm:pt>
    <dgm:pt modelId="{C0EFBC79-0B6E-A64A-B1CA-8852AAE4014C}" type="pres">
      <dgm:prSet presAssocID="{EDB4AF27-2183-5F46-B893-1CE1EA174F3A}" presName="rootComposite" presStyleCnt="0"/>
      <dgm:spPr/>
    </dgm:pt>
    <dgm:pt modelId="{5089CE39-35B3-3547-BAC3-CF0A84D5300E}" type="pres">
      <dgm:prSet presAssocID="{EDB4AF27-2183-5F46-B893-1CE1EA174F3A}" presName="rootText" presStyleLbl="node4" presStyleIdx="3" presStyleCnt="4">
        <dgm:presLayoutVars>
          <dgm:chPref val="3"/>
        </dgm:presLayoutVars>
      </dgm:prSet>
      <dgm:spPr/>
    </dgm:pt>
    <dgm:pt modelId="{565AB1EC-2A9F-C94A-98C5-E00F82F3B62C}" type="pres">
      <dgm:prSet presAssocID="{EDB4AF27-2183-5F46-B893-1CE1EA174F3A}" presName="rootConnector" presStyleLbl="node4" presStyleIdx="3" presStyleCnt="4"/>
      <dgm:spPr/>
    </dgm:pt>
    <dgm:pt modelId="{D57EFFC4-5F77-2E48-9CDE-2F8A1BB83249}" type="pres">
      <dgm:prSet presAssocID="{EDB4AF27-2183-5F46-B893-1CE1EA174F3A}" presName="hierChild4" presStyleCnt="0"/>
      <dgm:spPr/>
    </dgm:pt>
    <dgm:pt modelId="{E14B77B9-C3E9-AE4D-BCE3-14F6DA395C79}" type="pres">
      <dgm:prSet presAssocID="{EDB4AF27-2183-5F46-B893-1CE1EA174F3A}" presName="hierChild5" presStyleCnt="0"/>
      <dgm:spPr/>
    </dgm:pt>
    <dgm:pt modelId="{2FA79B92-72F0-5046-B371-0ADEC7BE902A}" type="pres">
      <dgm:prSet presAssocID="{2A3094FB-AE73-B64E-A80F-80B146DBBF85}" presName="hierChild5" presStyleCnt="0"/>
      <dgm:spPr/>
    </dgm:pt>
    <dgm:pt modelId="{747749A4-3811-7F4A-B218-3DD8643B687E}" type="pres">
      <dgm:prSet presAssocID="{4A544FED-CA16-1943-81F9-E979C91DDCFF}" presName="hierChild5" presStyleCnt="0"/>
      <dgm:spPr/>
    </dgm:pt>
    <dgm:pt modelId="{C57E702C-8550-2F41-8403-8981C39804F3}" type="pres">
      <dgm:prSet presAssocID="{69B673C8-7927-4641-87B8-D0B93503C034}" presName="hierChild3" presStyleCnt="0"/>
      <dgm:spPr/>
    </dgm:pt>
  </dgm:ptLst>
  <dgm:cxnLst>
    <dgm:cxn modelId="{E69B9000-4729-2449-8F98-0C2BB58F567C}" srcId="{31A59397-E1DE-2448-B72E-64704815A42B}" destId="{BC7CB77A-DD48-444E-AA5B-3112743FA315}" srcOrd="0" destOrd="0" parTransId="{81867483-991C-5841-B3EF-4F0C50CAFFD9}" sibTransId="{235DF572-17ED-C64D-93C5-7144555A4721}"/>
    <dgm:cxn modelId="{E5BA1201-6BE5-E144-BA4A-E44233EF7310}" type="presOf" srcId="{79C4D96B-C024-8949-9C68-EA734CA516D0}" destId="{5047E9AE-2CB9-934D-8D59-E57BCE824085}" srcOrd="0" destOrd="0" presId="urn:microsoft.com/office/officeart/2005/8/layout/orgChart1"/>
    <dgm:cxn modelId="{6DDC6003-A0F8-B84F-880A-6FB0D39AAA0A}" type="presOf" srcId="{2901A25D-1E7E-2A4D-A877-7C29BCEDC942}" destId="{DA9C159D-B26A-DE42-BD72-1141B4C5A94C}" srcOrd="0" destOrd="0" presId="urn:microsoft.com/office/officeart/2005/8/layout/orgChart1"/>
    <dgm:cxn modelId="{05114E09-2567-9845-A11F-8A61165D4651}" srcId="{DE73E5EB-C15B-BB47-81B3-55D6A70F5A68}" destId="{8395EAED-C452-4243-8273-1BE39882E990}" srcOrd="0" destOrd="0" parTransId="{5FB90FFE-2910-9547-9F3A-5FB09FBD5479}" sibTransId="{7A76F2FF-59B8-5A4A-9456-247C7D6F6D9B}"/>
    <dgm:cxn modelId="{9A2F0A12-9313-4244-9B1D-C2A09B8395E1}" type="presOf" srcId="{55F91153-25EB-3D48-9E70-4D928DF84EC4}" destId="{C6B3DB0D-61BE-FA4A-A9E5-3474CD6DD283}" srcOrd="0" destOrd="0" presId="urn:microsoft.com/office/officeart/2005/8/layout/orgChart1"/>
    <dgm:cxn modelId="{A024BF25-7A33-6640-AB27-7A9C70C6E54A}" type="presOf" srcId="{8395EAED-C452-4243-8273-1BE39882E990}" destId="{CC41284D-B695-4E4B-9218-7603D783E2D2}" srcOrd="1" destOrd="0" presId="urn:microsoft.com/office/officeart/2005/8/layout/orgChart1"/>
    <dgm:cxn modelId="{00930730-99B4-DF42-8EA2-D52EC43A49FC}" type="presOf" srcId="{86B7F128-B4C8-6940-971F-BE0328BBC923}" destId="{40082975-4EB1-4445-8A67-3E17F0588C7D}" srcOrd="0" destOrd="0" presId="urn:microsoft.com/office/officeart/2005/8/layout/orgChart1"/>
    <dgm:cxn modelId="{94E26031-60AB-3049-B71E-EF4F96AD913A}" type="presOf" srcId="{61CD50FC-4970-7646-BD80-3B73C9B58FBC}" destId="{BCCDE35D-D6EF-A943-B42F-7F1F7091257F}" srcOrd="1" destOrd="0" presId="urn:microsoft.com/office/officeart/2005/8/layout/orgChart1"/>
    <dgm:cxn modelId="{25854333-C7AB-1644-89AA-46EAE7628744}" type="presOf" srcId="{00969319-FD91-E040-84D8-862A02E817AB}" destId="{9A45509C-F3E3-CA41-BE85-5D6EC3F65D4E}" srcOrd="0" destOrd="0" presId="urn:microsoft.com/office/officeart/2005/8/layout/orgChart1"/>
    <dgm:cxn modelId="{CBB7FE33-04A4-A048-A5CA-B336362614CD}" srcId="{4A544FED-CA16-1943-81F9-E979C91DDCFF}" destId="{2A3094FB-AE73-B64E-A80F-80B146DBBF85}" srcOrd="1" destOrd="0" parTransId="{86B7F128-B4C8-6940-971F-BE0328BBC923}" sibTransId="{969D28C6-2F9F-1948-8DB3-50096BDBCD45}"/>
    <dgm:cxn modelId="{07BC7235-58C8-E045-9583-CCFF1083D762}" type="presOf" srcId="{83CF6E84-0653-954D-A251-543988193E5E}" destId="{285E53F1-D6C8-804E-B8E2-0AA166F0BE06}" srcOrd="0" destOrd="0" presId="urn:microsoft.com/office/officeart/2005/8/layout/orgChart1"/>
    <dgm:cxn modelId="{0DC85D3C-A232-EE4B-8835-7BE45C9081B9}" type="presOf" srcId="{71996B84-820F-4044-90BE-7E57834542EF}" destId="{E0DF703B-7A07-1948-8450-A27B02625728}" srcOrd="0" destOrd="0" presId="urn:microsoft.com/office/officeart/2005/8/layout/orgChart1"/>
    <dgm:cxn modelId="{43A33243-FC08-1F4C-9020-427F523C0932}" srcId="{5F37348D-BA0B-E645-8331-C51018EE4A09}" destId="{69B673C8-7927-4641-87B8-D0B93503C034}" srcOrd="0" destOrd="0" parTransId="{A09FD2E5-7FA6-F04A-ACB1-011BF32D789B}" sibTransId="{84C9DDB0-D12B-C64A-8CEB-96FADA7FFBBD}"/>
    <dgm:cxn modelId="{25A4EF47-EAA7-6540-9D13-0A0719707FED}" srcId="{69B673C8-7927-4641-87B8-D0B93503C034}" destId="{4A544FED-CA16-1943-81F9-E979C91DDCFF}" srcOrd="1" destOrd="0" parTransId="{427FD1E7-A58B-D744-AC23-F3339E4838C8}" sibTransId="{5A406300-1282-FB43-B8BE-A5C82F6D50A0}"/>
    <dgm:cxn modelId="{3AE8BB5E-CFFE-834B-A445-1A316F57739C}" type="presOf" srcId="{BC7CB77A-DD48-444E-AA5B-3112743FA315}" destId="{41731C48-143A-4743-B9FE-CD1BE2453853}" srcOrd="1" destOrd="0" presId="urn:microsoft.com/office/officeart/2005/8/layout/orgChart1"/>
    <dgm:cxn modelId="{D39B0F66-97A5-5349-AAD9-36CC27839A85}" type="presOf" srcId="{427FD1E7-A58B-D744-AC23-F3339E4838C8}" destId="{93C8F443-E1DA-E44A-A799-A6E5ABD52EAF}" srcOrd="0" destOrd="0" presId="urn:microsoft.com/office/officeart/2005/8/layout/orgChart1"/>
    <dgm:cxn modelId="{2B752E71-2DD0-794E-94C7-F8FCFE70FBA9}" type="presOf" srcId="{4A544FED-CA16-1943-81F9-E979C91DDCFF}" destId="{20385D80-FE2F-914E-A7DC-8EAC502758D4}" srcOrd="1" destOrd="0" presId="urn:microsoft.com/office/officeart/2005/8/layout/orgChart1"/>
    <dgm:cxn modelId="{F2ED2878-970F-3548-A1A3-095EA6AEF474}" type="presOf" srcId="{2A3094FB-AE73-B64E-A80F-80B146DBBF85}" destId="{C4E61275-29A1-804C-943C-0F65BDA04AB0}" srcOrd="0" destOrd="0" presId="urn:microsoft.com/office/officeart/2005/8/layout/orgChart1"/>
    <dgm:cxn modelId="{DBD8E582-C203-A847-8945-FF267E1C361B}" srcId="{4A544FED-CA16-1943-81F9-E979C91DDCFF}" destId="{61CD50FC-4970-7646-BD80-3B73C9B58FBC}" srcOrd="0" destOrd="0" parTransId="{79C4D96B-C024-8949-9C68-EA734CA516D0}" sibTransId="{AFF1275D-ADA2-A245-922D-E5D42D935586}"/>
    <dgm:cxn modelId="{6D684587-3044-7343-ABCB-320BB6E3A56A}" type="presOf" srcId="{EDB4AF27-2183-5F46-B893-1CE1EA174F3A}" destId="{5089CE39-35B3-3547-BAC3-CF0A84D5300E}" srcOrd="0" destOrd="0" presId="urn:microsoft.com/office/officeart/2005/8/layout/orgChart1"/>
    <dgm:cxn modelId="{C0946B93-6A67-5344-9393-86AAC5B87A86}" type="presOf" srcId="{81867483-991C-5841-B3EF-4F0C50CAFFD9}" destId="{23ABA3AB-E0D7-C642-A3E2-4CA19B49C882}" srcOrd="0" destOrd="0" presId="urn:microsoft.com/office/officeart/2005/8/layout/orgChart1"/>
    <dgm:cxn modelId="{8667639B-ABFC-644D-87A3-2C12C47B2991}" type="presOf" srcId="{31A59397-E1DE-2448-B72E-64704815A42B}" destId="{D53D20BC-E4E7-2242-A909-02C035D732B4}" srcOrd="1" destOrd="0" presId="urn:microsoft.com/office/officeart/2005/8/layout/orgChart1"/>
    <dgm:cxn modelId="{9B058AA0-F976-8643-919D-22D487A7E4FE}" type="presOf" srcId="{5FB90FFE-2910-9547-9F3A-5FB09FBD5479}" destId="{26248F2A-BE49-4048-B2A7-E24B70EFBC34}" srcOrd="0" destOrd="0" presId="urn:microsoft.com/office/officeart/2005/8/layout/orgChart1"/>
    <dgm:cxn modelId="{4EDB3EA5-9374-A94E-A7A8-BCEA5BF637DF}" type="presOf" srcId="{69B673C8-7927-4641-87B8-D0B93503C034}" destId="{C0B2AAC0-8A9C-8D41-BC1A-57FEF62BB305}" srcOrd="1" destOrd="0" presId="urn:microsoft.com/office/officeart/2005/8/layout/orgChart1"/>
    <dgm:cxn modelId="{71ED74A6-30E0-874A-9E4C-595BAE4E6033}" srcId="{69B673C8-7927-4641-87B8-D0B93503C034}" destId="{31A59397-E1DE-2448-B72E-64704815A42B}" srcOrd="0" destOrd="0" parTransId="{708EA83A-CB8F-6C47-8F82-DCD905DE2011}" sibTransId="{0FD7DF7B-3E34-1941-9A96-23968220372E}"/>
    <dgm:cxn modelId="{A24238AC-DCB4-6F45-9117-60BF3413CD8D}" type="presOf" srcId="{8395EAED-C452-4243-8273-1BE39882E990}" destId="{E059B08E-3F70-6E4A-8D80-1FB3348488FE}" srcOrd="0" destOrd="0" presId="urn:microsoft.com/office/officeart/2005/8/layout/orgChart1"/>
    <dgm:cxn modelId="{3EEFB3B8-5234-994C-9381-D537AAA94480}" type="presOf" srcId="{BC7CB77A-DD48-444E-AA5B-3112743FA315}" destId="{DD757D4E-29F3-E842-8132-C85C2AC71216}" srcOrd="0" destOrd="0" presId="urn:microsoft.com/office/officeart/2005/8/layout/orgChart1"/>
    <dgm:cxn modelId="{F61E5DBE-F71B-9A4C-9B8C-FB7CCA5A814D}" type="presOf" srcId="{83CF6E84-0653-954D-A251-543988193E5E}" destId="{60717F9D-DB5B-0046-A5F6-414051035BB5}" srcOrd="1" destOrd="0" presId="urn:microsoft.com/office/officeart/2005/8/layout/orgChart1"/>
    <dgm:cxn modelId="{AE49D7C1-B046-B04A-B166-FAA2B30BFFD8}" type="presOf" srcId="{DE73E5EB-C15B-BB47-81B3-55D6A70F5A68}" destId="{7D89E72D-1A19-DA46-B199-54E3FF817A9D}" srcOrd="0" destOrd="0" presId="urn:microsoft.com/office/officeart/2005/8/layout/orgChart1"/>
    <dgm:cxn modelId="{43F63CC8-8F08-9E46-A006-E8E3465FE2B2}" type="presOf" srcId="{038AA03C-8D50-2044-B8F5-EA7AA22A56EB}" destId="{2DFF5661-03F8-E546-B713-173E2AC27FA6}" srcOrd="0" destOrd="0" presId="urn:microsoft.com/office/officeart/2005/8/layout/orgChart1"/>
    <dgm:cxn modelId="{2347CDD0-4608-0E41-8AF9-07C91CC52245}" type="presOf" srcId="{5F37348D-BA0B-E645-8331-C51018EE4A09}" destId="{6FA73F2A-A767-DA4F-ABDE-C8E1F1C3B9D2}" srcOrd="0" destOrd="0" presId="urn:microsoft.com/office/officeart/2005/8/layout/orgChart1"/>
    <dgm:cxn modelId="{597EEBD0-8AD4-CF4F-9649-8F76A933A0C8}" type="presOf" srcId="{2A3094FB-AE73-B64E-A80F-80B146DBBF85}" destId="{6AD5A4C8-CDFE-BF41-B05B-4C2C5FF38B4C}" srcOrd="1" destOrd="0" presId="urn:microsoft.com/office/officeart/2005/8/layout/orgChart1"/>
    <dgm:cxn modelId="{2BC90CD1-57A4-8847-8E30-25FDEF0CE55E}" srcId="{2A3094FB-AE73-B64E-A80F-80B146DBBF85}" destId="{EDB4AF27-2183-5F46-B893-1CE1EA174F3A}" srcOrd="0" destOrd="0" parTransId="{038AA03C-8D50-2044-B8F5-EA7AA22A56EB}" sibTransId="{E7AD5706-C30D-5248-BC62-33F2ED9261FE}"/>
    <dgm:cxn modelId="{875118D8-EADF-B34E-B681-8ACCB4501FB6}" type="presOf" srcId="{71996B84-820F-4044-90BE-7E57834542EF}" destId="{6BEAC890-E815-A24D-BC20-1E6DC9C9E096}" srcOrd="1" destOrd="0" presId="urn:microsoft.com/office/officeart/2005/8/layout/orgChart1"/>
    <dgm:cxn modelId="{25BCC8DD-1B06-DB49-9067-77E04E6C08BB}" type="presOf" srcId="{31A59397-E1DE-2448-B72E-64704815A42B}" destId="{EAD7AE1C-3288-CC42-89A9-FB25BB59F1F6}" srcOrd="0" destOrd="0" presId="urn:microsoft.com/office/officeart/2005/8/layout/orgChart1"/>
    <dgm:cxn modelId="{E87A50DE-44C1-4940-8EFA-BBEDF3E02F77}" srcId="{BC7CB77A-DD48-444E-AA5B-3112743FA315}" destId="{71996B84-820F-4044-90BE-7E57834542EF}" srcOrd="0" destOrd="0" parTransId="{2901A25D-1E7E-2A4D-A877-7C29BCEDC942}" sibTransId="{B651FFC3-282E-1146-A393-B76C2D5B648F}"/>
    <dgm:cxn modelId="{D3B9CBE0-FFF4-8844-B420-FAE1B70F7D7E}" type="presOf" srcId="{4A544FED-CA16-1943-81F9-E979C91DDCFF}" destId="{B5C5F035-1A82-FD48-BF4A-93A8EE75E41A}" srcOrd="0" destOrd="0" presId="urn:microsoft.com/office/officeart/2005/8/layout/orgChart1"/>
    <dgm:cxn modelId="{A9FA92E3-9B5E-304C-BA27-338EFA09861D}" type="presOf" srcId="{DE73E5EB-C15B-BB47-81B3-55D6A70F5A68}" destId="{77D6A4F8-7DD7-E447-BE38-DEB151A1CD12}" srcOrd="1" destOrd="0" presId="urn:microsoft.com/office/officeart/2005/8/layout/orgChart1"/>
    <dgm:cxn modelId="{55973EE8-74E7-CC4B-9B24-3078FFB02837}" srcId="{31A59397-E1DE-2448-B72E-64704815A42B}" destId="{DE73E5EB-C15B-BB47-81B3-55D6A70F5A68}" srcOrd="1" destOrd="0" parTransId="{55F91153-25EB-3D48-9E70-4D928DF84EC4}" sibTransId="{4434C020-5E3C-5041-8173-2E4984377F4D}"/>
    <dgm:cxn modelId="{7EDA1DEA-13A1-5646-A31B-B570CC04FDCA}" type="presOf" srcId="{EDB4AF27-2183-5F46-B893-1CE1EA174F3A}" destId="{565AB1EC-2A9F-C94A-98C5-E00F82F3B62C}" srcOrd="1" destOrd="0" presId="urn:microsoft.com/office/officeart/2005/8/layout/orgChart1"/>
    <dgm:cxn modelId="{8665D2EA-7E52-4044-8183-D97E54293F32}" srcId="{61CD50FC-4970-7646-BD80-3B73C9B58FBC}" destId="{83CF6E84-0653-954D-A251-543988193E5E}" srcOrd="0" destOrd="0" parTransId="{00969319-FD91-E040-84D8-862A02E817AB}" sibTransId="{5AF3C9B0-7BCC-6F4B-8C71-71FD4ED244E6}"/>
    <dgm:cxn modelId="{8F5030EF-E8AA-7748-8A6F-C399AF4AF590}" type="presOf" srcId="{708EA83A-CB8F-6C47-8F82-DCD905DE2011}" destId="{2DD5E98B-8B79-C646-B794-1BC1C6D0A428}" srcOrd="0" destOrd="0" presId="urn:microsoft.com/office/officeart/2005/8/layout/orgChart1"/>
    <dgm:cxn modelId="{03A361F6-419A-6B43-B431-87FD30D344B4}" type="presOf" srcId="{61CD50FC-4970-7646-BD80-3B73C9B58FBC}" destId="{2237CAA0-FB98-1D40-8996-C1EA1C08516D}" srcOrd="0" destOrd="0" presId="urn:microsoft.com/office/officeart/2005/8/layout/orgChart1"/>
    <dgm:cxn modelId="{FE7DE4F8-48A4-1E4F-ACAF-97BA7E8B3917}" type="presOf" srcId="{69B673C8-7927-4641-87B8-D0B93503C034}" destId="{7A9F5D24-7312-454C-97D6-FB62BB2BE4F2}" srcOrd="0" destOrd="0" presId="urn:microsoft.com/office/officeart/2005/8/layout/orgChart1"/>
    <dgm:cxn modelId="{8E23FF02-7130-764E-B56C-CE516A966E14}" type="presParOf" srcId="{6FA73F2A-A767-DA4F-ABDE-C8E1F1C3B9D2}" destId="{B1145606-B41C-E34A-B76F-7E698C351127}" srcOrd="0" destOrd="0" presId="urn:microsoft.com/office/officeart/2005/8/layout/orgChart1"/>
    <dgm:cxn modelId="{9612A5F6-1F48-034F-B13B-AD51DFD32297}" type="presParOf" srcId="{B1145606-B41C-E34A-B76F-7E698C351127}" destId="{CBD03963-7332-7241-83D0-443C60668481}" srcOrd="0" destOrd="0" presId="urn:microsoft.com/office/officeart/2005/8/layout/orgChart1"/>
    <dgm:cxn modelId="{59104205-0817-3444-BDA6-6EE979F9B3D8}" type="presParOf" srcId="{CBD03963-7332-7241-83D0-443C60668481}" destId="{7A9F5D24-7312-454C-97D6-FB62BB2BE4F2}" srcOrd="0" destOrd="0" presId="urn:microsoft.com/office/officeart/2005/8/layout/orgChart1"/>
    <dgm:cxn modelId="{43D99015-49EF-2544-9C91-9F5F6999B143}" type="presParOf" srcId="{CBD03963-7332-7241-83D0-443C60668481}" destId="{C0B2AAC0-8A9C-8D41-BC1A-57FEF62BB305}" srcOrd="1" destOrd="0" presId="urn:microsoft.com/office/officeart/2005/8/layout/orgChart1"/>
    <dgm:cxn modelId="{F99CF187-8F9C-3C40-807F-0373246C04BC}" type="presParOf" srcId="{B1145606-B41C-E34A-B76F-7E698C351127}" destId="{A017ADE0-D98A-2941-9C1A-AE2DC2D3A271}" srcOrd="1" destOrd="0" presId="urn:microsoft.com/office/officeart/2005/8/layout/orgChart1"/>
    <dgm:cxn modelId="{2B48B650-5D41-5F4D-8C17-1AFCBE5FD7D6}" type="presParOf" srcId="{A017ADE0-D98A-2941-9C1A-AE2DC2D3A271}" destId="{2DD5E98B-8B79-C646-B794-1BC1C6D0A428}" srcOrd="0" destOrd="0" presId="urn:microsoft.com/office/officeart/2005/8/layout/orgChart1"/>
    <dgm:cxn modelId="{1A1FFC19-8B14-F44C-8412-A63C37643172}" type="presParOf" srcId="{A017ADE0-D98A-2941-9C1A-AE2DC2D3A271}" destId="{682DF5C1-30A0-054C-BF11-CEB414ABA4B1}" srcOrd="1" destOrd="0" presId="urn:microsoft.com/office/officeart/2005/8/layout/orgChart1"/>
    <dgm:cxn modelId="{84807113-7EAE-5A4E-9134-18E9E65E03A5}" type="presParOf" srcId="{682DF5C1-30A0-054C-BF11-CEB414ABA4B1}" destId="{F8D9DC09-9338-194C-83D4-203E5E13C498}" srcOrd="0" destOrd="0" presId="urn:microsoft.com/office/officeart/2005/8/layout/orgChart1"/>
    <dgm:cxn modelId="{746DA14D-E16B-BC4A-8044-BC0911210AF0}" type="presParOf" srcId="{F8D9DC09-9338-194C-83D4-203E5E13C498}" destId="{EAD7AE1C-3288-CC42-89A9-FB25BB59F1F6}" srcOrd="0" destOrd="0" presId="urn:microsoft.com/office/officeart/2005/8/layout/orgChart1"/>
    <dgm:cxn modelId="{BC38EA23-BAD1-1945-97E7-7537ECCE4972}" type="presParOf" srcId="{F8D9DC09-9338-194C-83D4-203E5E13C498}" destId="{D53D20BC-E4E7-2242-A909-02C035D732B4}" srcOrd="1" destOrd="0" presId="urn:microsoft.com/office/officeart/2005/8/layout/orgChart1"/>
    <dgm:cxn modelId="{4214E5C9-7207-824D-834B-D4477B8F4D14}" type="presParOf" srcId="{682DF5C1-30A0-054C-BF11-CEB414ABA4B1}" destId="{9AB91BCA-567A-B14D-B5D2-0E65C5422EB9}" srcOrd="1" destOrd="0" presId="urn:microsoft.com/office/officeart/2005/8/layout/orgChart1"/>
    <dgm:cxn modelId="{5F806EB0-63F8-B045-AAFB-3D8B060D46B1}" type="presParOf" srcId="{9AB91BCA-567A-B14D-B5D2-0E65C5422EB9}" destId="{23ABA3AB-E0D7-C642-A3E2-4CA19B49C882}" srcOrd="0" destOrd="0" presId="urn:microsoft.com/office/officeart/2005/8/layout/orgChart1"/>
    <dgm:cxn modelId="{DFDC5AF1-1510-4C4C-94A3-E453A736E229}" type="presParOf" srcId="{9AB91BCA-567A-B14D-B5D2-0E65C5422EB9}" destId="{9F62955F-EED0-1D49-A612-168D22B0F9E8}" srcOrd="1" destOrd="0" presId="urn:microsoft.com/office/officeart/2005/8/layout/orgChart1"/>
    <dgm:cxn modelId="{7551BF74-9B61-7A44-8C1C-390BB5D5FC16}" type="presParOf" srcId="{9F62955F-EED0-1D49-A612-168D22B0F9E8}" destId="{CBE45392-D9F3-9042-BCD7-FF70C91ADC74}" srcOrd="0" destOrd="0" presId="urn:microsoft.com/office/officeart/2005/8/layout/orgChart1"/>
    <dgm:cxn modelId="{5DBD527F-B4CF-1E45-B8E3-EF696EF920F3}" type="presParOf" srcId="{CBE45392-D9F3-9042-BCD7-FF70C91ADC74}" destId="{DD757D4E-29F3-E842-8132-C85C2AC71216}" srcOrd="0" destOrd="0" presId="urn:microsoft.com/office/officeart/2005/8/layout/orgChart1"/>
    <dgm:cxn modelId="{12EF25BF-7E99-5348-869C-2929A7BC8329}" type="presParOf" srcId="{CBE45392-D9F3-9042-BCD7-FF70C91ADC74}" destId="{41731C48-143A-4743-B9FE-CD1BE2453853}" srcOrd="1" destOrd="0" presId="urn:microsoft.com/office/officeart/2005/8/layout/orgChart1"/>
    <dgm:cxn modelId="{3FE61606-2598-D24C-955B-A3E07B39EDDA}" type="presParOf" srcId="{9F62955F-EED0-1D49-A612-168D22B0F9E8}" destId="{569BA7AF-4559-A640-95B8-F6E49EE87D15}" srcOrd="1" destOrd="0" presId="urn:microsoft.com/office/officeart/2005/8/layout/orgChart1"/>
    <dgm:cxn modelId="{DD639B43-5F5B-834F-87CA-A94C7288FE72}" type="presParOf" srcId="{569BA7AF-4559-A640-95B8-F6E49EE87D15}" destId="{DA9C159D-B26A-DE42-BD72-1141B4C5A94C}" srcOrd="0" destOrd="0" presId="urn:microsoft.com/office/officeart/2005/8/layout/orgChart1"/>
    <dgm:cxn modelId="{582C0364-B180-BA4A-BE6E-6405CDD5F79E}" type="presParOf" srcId="{569BA7AF-4559-A640-95B8-F6E49EE87D15}" destId="{ACC8A917-2B92-F64A-92AD-DA718D51CDD9}" srcOrd="1" destOrd="0" presId="urn:microsoft.com/office/officeart/2005/8/layout/orgChart1"/>
    <dgm:cxn modelId="{A6D61E93-EC3A-4D41-818F-575717B140E6}" type="presParOf" srcId="{ACC8A917-2B92-F64A-92AD-DA718D51CDD9}" destId="{DE5B5271-110E-C746-8891-9D763E8E9E0E}" srcOrd="0" destOrd="0" presId="urn:microsoft.com/office/officeart/2005/8/layout/orgChart1"/>
    <dgm:cxn modelId="{AAD2F530-0E4B-994D-8F65-A06A2A454400}" type="presParOf" srcId="{DE5B5271-110E-C746-8891-9D763E8E9E0E}" destId="{E0DF703B-7A07-1948-8450-A27B02625728}" srcOrd="0" destOrd="0" presId="urn:microsoft.com/office/officeart/2005/8/layout/orgChart1"/>
    <dgm:cxn modelId="{1FA88EA9-66C4-834A-9306-0808AFC9C6DA}" type="presParOf" srcId="{DE5B5271-110E-C746-8891-9D763E8E9E0E}" destId="{6BEAC890-E815-A24D-BC20-1E6DC9C9E096}" srcOrd="1" destOrd="0" presId="urn:microsoft.com/office/officeart/2005/8/layout/orgChart1"/>
    <dgm:cxn modelId="{D9B03976-9E09-3349-8072-5A5C119A2FF0}" type="presParOf" srcId="{ACC8A917-2B92-F64A-92AD-DA718D51CDD9}" destId="{CC1C3C69-F5E9-494C-8F03-6E6AF138725D}" srcOrd="1" destOrd="0" presId="urn:microsoft.com/office/officeart/2005/8/layout/orgChart1"/>
    <dgm:cxn modelId="{04E80EA5-BACC-BF49-AB0B-4B65E244A97A}" type="presParOf" srcId="{ACC8A917-2B92-F64A-92AD-DA718D51CDD9}" destId="{FE9C5271-1B9E-974E-B4D6-6C52A38C15BC}" srcOrd="2" destOrd="0" presId="urn:microsoft.com/office/officeart/2005/8/layout/orgChart1"/>
    <dgm:cxn modelId="{562A01F8-FCA3-D447-B484-722D056302C2}" type="presParOf" srcId="{9F62955F-EED0-1D49-A612-168D22B0F9E8}" destId="{74360700-4EF2-9143-AAB7-D20EE64B9158}" srcOrd="2" destOrd="0" presId="urn:microsoft.com/office/officeart/2005/8/layout/orgChart1"/>
    <dgm:cxn modelId="{80D6CF64-F010-C94C-BD1C-AD8DEFECF07D}" type="presParOf" srcId="{9AB91BCA-567A-B14D-B5D2-0E65C5422EB9}" destId="{C6B3DB0D-61BE-FA4A-A9E5-3474CD6DD283}" srcOrd="2" destOrd="0" presId="urn:microsoft.com/office/officeart/2005/8/layout/orgChart1"/>
    <dgm:cxn modelId="{38256DDA-5401-AD48-B1D0-6F77EFF01241}" type="presParOf" srcId="{9AB91BCA-567A-B14D-B5D2-0E65C5422EB9}" destId="{521ABF47-4570-434B-A09E-972FCF30CAD7}" srcOrd="3" destOrd="0" presId="urn:microsoft.com/office/officeart/2005/8/layout/orgChart1"/>
    <dgm:cxn modelId="{1DCBABE2-3DFC-DD4D-97B8-7908A2E3E530}" type="presParOf" srcId="{521ABF47-4570-434B-A09E-972FCF30CAD7}" destId="{26AD7D6F-5A6E-574A-AD55-91CA6815247E}" srcOrd="0" destOrd="0" presId="urn:microsoft.com/office/officeart/2005/8/layout/orgChart1"/>
    <dgm:cxn modelId="{0E7DB0FD-53CA-1D49-B2A2-2B5E3F973719}" type="presParOf" srcId="{26AD7D6F-5A6E-574A-AD55-91CA6815247E}" destId="{7D89E72D-1A19-DA46-B199-54E3FF817A9D}" srcOrd="0" destOrd="0" presId="urn:microsoft.com/office/officeart/2005/8/layout/orgChart1"/>
    <dgm:cxn modelId="{E8C05F88-A486-E546-AF90-851C750DA205}" type="presParOf" srcId="{26AD7D6F-5A6E-574A-AD55-91CA6815247E}" destId="{77D6A4F8-7DD7-E447-BE38-DEB151A1CD12}" srcOrd="1" destOrd="0" presId="urn:microsoft.com/office/officeart/2005/8/layout/orgChart1"/>
    <dgm:cxn modelId="{1F31EC8E-EC73-B941-9F6D-A07C36B8DC2E}" type="presParOf" srcId="{521ABF47-4570-434B-A09E-972FCF30CAD7}" destId="{CAE36D2E-A364-F24C-9F3B-D5CAC9C16C5B}" srcOrd="1" destOrd="0" presId="urn:microsoft.com/office/officeart/2005/8/layout/orgChart1"/>
    <dgm:cxn modelId="{A19DCFB1-9717-3F43-8C74-8CCF4E0E17E6}" type="presParOf" srcId="{CAE36D2E-A364-F24C-9F3B-D5CAC9C16C5B}" destId="{26248F2A-BE49-4048-B2A7-E24B70EFBC34}" srcOrd="0" destOrd="0" presId="urn:microsoft.com/office/officeart/2005/8/layout/orgChart1"/>
    <dgm:cxn modelId="{9AE9B20F-62EC-E243-B08B-EA219A372F69}" type="presParOf" srcId="{CAE36D2E-A364-F24C-9F3B-D5CAC9C16C5B}" destId="{B7DDB88D-9353-F443-A0A5-43E57078D664}" srcOrd="1" destOrd="0" presId="urn:microsoft.com/office/officeart/2005/8/layout/orgChart1"/>
    <dgm:cxn modelId="{06AD301D-E2B2-B840-9DC9-F2F29E6C5B51}" type="presParOf" srcId="{B7DDB88D-9353-F443-A0A5-43E57078D664}" destId="{97AA46A6-2A38-0F44-939E-B8E62BBEF368}" srcOrd="0" destOrd="0" presId="urn:microsoft.com/office/officeart/2005/8/layout/orgChart1"/>
    <dgm:cxn modelId="{BA006379-1DE4-114E-9DDD-D8D7EFE142C3}" type="presParOf" srcId="{97AA46A6-2A38-0F44-939E-B8E62BBEF368}" destId="{E059B08E-3F70-6E4A-8D80-1FB3348488FE}" srcOrd="0" destOrd="0" presId="urn:microsoft.com/office/officeart/2005/8/layout/orgChart1"/>
    <dgm:cxn modelId="{16067343-6370-DA4E-8FFF-291026705C40}" type="presParOf" srcId="{97AA46A6-2A38-0F44-939E-B8E62BBEF368}" destId="{CC41284D-B695-4E4B-9218-7603D783E2D2}" srcOrd="1" destOrd="0" presId="urn:microsoft.com/office/officeart/2005/8/layout/orgChart1"/>
    <dgm:cxn modelId="{CF621659-91B0-F54E-9774-1D1569FB6F2D}" type="presParOf" srcId="{B7DDB88D-9353-F443-A0A5-43E57078D664}" destId="{AA630832-E487-BE4F-83A0-862345374511}" srcOrd="1" destOrd="0" presId="urn:microsoft.com/office/officeart/2005/8/layout/orgChart1"/>
    <dgm:cxn modelId="{7FB37F76-093B-6141-8F3F-B22DD3B0AE67}" type="presParOf" srcId="{B7DDB88D-9353-F443-A0A5-43E57078D664}" destId="{3EC2FE29-0371-BC44-BA74-7DFEAF23AA02}" srcOrd="2" destOrd="0" presId="urn:microsoft.com/office/officeart/2005/8/layout/orgChart1"/>
    <dgm:cxn modelId="{B24C1F38-5C7B-6448-A9A3-8EC824DB18A1}" type="presParOf" srcId="{521ABF47-4570-434B-A09E-972FCF30CAD7}" destId="{1C9A0E51-01E4-DD4D-8A37-960F75A4AB78}" srcOrd="2" destOrd="0" presId="urn:microsoft.com/office/officeart/2005/8/layout/orgChart1"/>
    <dgm:cxn modelId="{F03B5AA1-3555-0648-9E5D-31D53F06E06D}" type="presParOf" srcId="{682DF5C1-30A0-054C-BF11-CEB414ABA4B1}" destId="{83FD417B-519C-EF40-A374-1C1D613BE2C2}" srcOrd="2" destOrd="0" presId="urn:microsoft.com/office/officeart/2005/8/layout/orgChart1"/>
    <dgm:cxn modelId="{F6004D3C-67B1-B741-94D4-8D5F2E273CE7}" type="presParOf" srcId="{A017ADE0-D98A-2941-9C1A-AE2DC2D3A271}" destId="{93C8F443-E1DA-E44A-A799-A6E5ABD52EAF}" srcOrd="2" destOrd="0" presId="urn:microsoft.com/office/officeart/2005/8/layout/orgChart1"/>
    <dgm:cxn modelId="{FEDCD388-948E-A349-8194-2E38194C00DB}" type="presParOf" srcId="{A017ADE0-D98A-2941-9C1A-AE2DC2D3A271}" destId="{FBF746B3-9A70-724D-A68F-C8AEE5C61A84}" srcOrd="3" destOrd="0" presId="urn:microsoft.com/office/officeart/2005/8/layout/orgChart1"/>
    <dgm:cxn modelId="{299F6208-8085-0148-8C45-17067926FFD4}" type="presParOf" srcId="{FBF746B3-9A70-724D-A68F-C8AEE5C61A84}" destId="{AADA743F-5851-6242-8FA5-F780B2AAA8AC}" srcOrd="0" destOrd="0" presId="urn:microsoft.com/office/officeart/2005/8/layout/orgChart1"/>
    <dgm:cxn modelId="{8A11A079-9F48-0243-B6F6-822387E050E2}" type="presParOf" srcId="{AADA743F-5851-6242-8FA5-F780B2AAA8AC}" destId="{B5C5F035-1A82-FD48-BF4A-93A8EE75E41A}" srcOrd="0" destOrd="0" presId="urn:microsoft.com/office/officeart/2005/8/layout/orgChart1"/>
    <dgm:cxn modelId="{72975DE8-4E5A-9A4B-91B9-2C4ECFA4C6D3}" type="presParOf" srcId="{AADA743F-5851-6242-8FA5-F780B2AAA8AC}" destId="{20385D80-FE2F-914E-A7DC-8EAC502758D4}" srcOrd="1" destOrd="0" presId="urn:microsoft.com/office/officeart/2005/8/layout/orgChart1"/>
    <dgm:cxn modelId="{2EFFBBFA-0923-A946-A26A-408CD8ADE5A4}" type="presParOf" srcId="{FBF746B3-9A70-724D-A68F-C8AEE5C61A84}" destId="{5316A482-7A1F-AD42-8130-E3916DA31882}" srcOrd="1" destOrd="0" presId="urn:microsoft.com/office/officeart/2005/8/layout/orgChart1"/>
    <dgm:cxn modelId="{CC96F546-D1B8-9C47-80C8-4C88919100FA}" type="presParOf" srcId="{5316A482-7A1F-AD42-8130-E3916DA31882}" destId="{5047E9AE-2CB9-934D-8D59-E57BCE824085}" srcOrd="0" destOrd="0" presId="urn:microsoft.com/office/officeart/2005/8/layout/orgChart1"/>
    <dgm:cxn modelId="{4F298541-D54E-DB42-BFBD-2BB7E8541B81}" type="presParOf" srcId="{5316A482-7A1F-AD42-8130-E3916DA31882}" destId="{F3B0703E-77C7-4A49-B29D-FB13EB275C74}" srcOrd="1" destOrd="0" presId="urn:microsoft.com/office/officeart/2005/8/layout/orgChart1"/>
    <dgm:cxn modelId="{1E642D99-B8FD-AC4D-BF5B-549C6F1E4924}" type="presParOf" srcId="{F3B0703E-77C7-4A49-B29D-FB13EB275C74}" destId="{75883808-C03D-8C4D-BEED-2D70E73AC9F6}" srcOrd="0" destOrd="0" presId="urn:microsoft.com/office/officeart/2005/8/layout/orgChart1"/>
    <dgm:cxn modelId="{8551A4EB-17DF-C44A-93E7-96EDED5FDAA8}" type="presParOf" srcId="{75883808-C03D-8C4D-BEED-2D70E73AC9F6}" destId="{2237CAA0-FB98-1D40-8996-C1EA1C08516D}" srcOrd="0" destOrd="0" presId="urn:microsoft.com/office/officeart/2005/8/layout/orgChart1"/>
    <dgm:cxn modelId="{F90642AC-F394-7A40-99DE-FFE1880B21DE}" type="presParOf" srcId="{75883808-C03D-8C4D-BEED-2D70E73AC9F6}" destId="{BCCDE35D-D6EF-A943-B42F-7F1F7091257F}" srcOrd="1" destOrd="0" presId="urn:microsoft.com/office/officeart/2005/8/layout/orgChart1"/>
    <dgm:cxn modelId="{E520A9EC-F805-4E4F-85BE-552686266B40}" type="presParOf" srcId="{F3B0703E-77C7-4A49-B29D-FB13EB275C74}" destId="{E8C34490-A825-0049-9376-0FC98AD8262E}" srcOrd="1" destOrd="0" presId="urn:microsoft.com/office/officeart/2005/8/layout/orgChart1"/>
    <dgm:cxn modelId="{647F79DD-EEDA-4347-8378-AE80E70DAEBF}" type="presParOf" srcId="{E8C34490-A825-0049-9376-0FC98AD8262E}" destId="{9A45509C-F3E3-CA41-BE85-5D6EC3F65D4E}" srcOrd="0" destOrd="0" presId="urn:microsoft.com/office/officeart/2005/8/layout/orgChart1"/>
    <dgm:cxn modelId="{4B03895D-BE9F-BA4F-8310-EF5504D16715}" type="presParOf" srcId="{E8C34490-A825-0049-9376-0FC98AD8262E}" destId="{9584ED3D-26C8-144A-A0C3-1DE8B5E6AAD0}" srcOrd="1" destOrd="0" presId="urn:microsoft.com/office/officeart/2005/8/layout/orgChart1"/>
    <dgm:cxn modelId="{9CF6C4ED-C829-6947-8027-4D6932307563}" type="presParOf" srcId="{9584ED3D-26C8-144A-A0C3-1DE8B5E6AAD0}" destId="{7D020D81-03E4-BD42-A579-CE9AA11CDEF3}" srcOrd="0" destOrd="0" presId="urn:microsoft.com/office/officeart/2005/8/layout/orgChart1"/>
    <dgm:cxn modelId="{1FCC4CC4-724D-DB4F-AF93-97BE7722C21E}" type="presParOf" srcId="{7D020D81-03E4-BD42-A579-CE9AA11CDEF3}" destId="{285E53F1-D6C8-804E-B8E2-0AA166F0BE06}" srcOrd="0" destOrd="0" presId="urn:microsoft.com/office/officeart/2005/8/layout/orgChart1"/>
    <dgm:cxn modelId="{49262455-850C-B84B-B78B-F753C457BB3B}" type="presParOf" srcId="{7D020D81-03E4-BD42-A579-CE9AA11CDEF3}" destId="{60717F9D-DB5B-0046-A5F6-414051035BB5}" srcOrd="1" destOrd="0" presId="urn:microsoft.com/office/officeart/2005/8/layout/orgChart1"/>
    <dgm:cxn modelId="{EB39206B-A585-964B-97DA-C710D4816CFE}" type="presParOf" srcId="{9584ED3D-26C8-144A-A0C3-1DE8B5E6AAD0}" destId="{6A79D642-2F2F-5C48-BC64-ED91A421022A}" srcOrd="1" destOrd="0" presId="urn:microsoft.com/office/officeart/2005/8/layout/orgChart1"/>
    <dgm:cxn modelId="{25D393BC-856C-FF4E-AF83-C37404C7B7A0}" type="presParOf" srcId="{9584ED3D-26C8-144A-A0C3-1DE8B5E6AAD0}" destId="{A85A625E-5A04-2246-BE2A-8E1022C6CCDD}" srcOrd="2" destOrd="0" presId="urn:microsoft.com/office/officeart/2005/8/layout/orgChart1"/>
    <dgm:cxn modelId="{A6A1E296-086F-4040-B07A-39A59D2B0717}" type="presParOf" srcId="{F3B0703E-77C7-4A49-B29D-FB13EB275C74}" destId="{D39D3A02-9F45-AE43-B4BD-A70B046659A5}" srcOrd="2" destOrd="0" presId="urn:microsoft.com/office/officeart/2005/8/layout/orgChart1"/>
    <dgm:cxn modelId="{4964AE43-F640-2E42-BA61-5272EE847C2E}" type="presParOf" srcId="{5316A482-7A1F-AD42-8130-E3916DA31882}" destId="{40082975-4EB1-4445-8A67-3E17F0588C7D}" srcOrd="2" destOrd="0" presId="urn:microsoft.com/office/officeart/2005/8/layout/orgChart1"/>
    <dgm:cxn modelId="{ECDD1D09-2830-2945-8EDB-7B8E7DD39826}" type="presParOf" srcId="{5316A482-7A1F-AD42-8130-E3916DA31882}" destId="{26195616-AE64-F648-91EC-091ABEAE8ED8}" srcOrd="3" destOrd="0" presId="urn:microsoft.com/office/officeart/2005/8/layout/orgChart1"/>
    <dgm:cxn modelId="{67F94C22-8668-EE46-B478-4854028EAD5F}" type="presParOf" srcId="{26195616-AE64-F648-91EC-091ABEAE8ED8}" destId="{63F43F6B-35DD-8849-8E04-2B03FE26B7EC}" srcOrd="0" destOrd="0" presId="urn:microsoft.com/office/officeart/2005/8/layout/orgChart1"/>
    <dgm:cxn modelId="{A85370DE-D20A-F74B-8F4A-F8B86B05A141}" type="presParOf" srcId="{63F43F6B-35DD-8849-8E04-2B03FE26B7EC}" destId="{C4E61275-29A1-804C-943C-0F65BDA04AB0}" srcOrd="0" destOrd="0" presId="urn:microsoft.com/office/officeart/2005/8/layout/orgChart1"/>
    <dgm:cxn modelId="{DE3B0FB1-E3BC-FB45-9E9E-6ADB1993398B}" type="presParOf" srcId="{63F43F6B-35DD-8849-8E04-2B03FE26B7EC}" destId="{6AD5A4C8-CDFE-BF41-B05B-4C2C5FF38B4C}" srcOrd="1" destOrd="0" presId="urn:microsoft.com/office/officeart/2005/8/layout/orgChart1"/>
    <dgm:cxn modelId="{82D7B7C7-60D7-E64F-8C75-D38345E2CC5F}" type="presParOf" srcId="{26195616-AE64-F648-91EC-091ABEAE8ED8}" destId="{39925670-B354-D444-BF11-28C8B77BB609}" srcOrd="1" destOrd="0" presId="urn:microsoft.com/office/officeart/2005/8/layout/orgChart1"/>
    <dgm:cxn modelId="{2D3E688D-A2C9-BC4F-8D38-C3178A5CF70A}" type="presParOf" srcId="{39925670-B354-D444-BF11-28C8B77BB609}" destId="{2DFF5661-03F8-E546-B713-173E2AC27FA6}" srcOrd="0" destOrd="0" presId="urn:microsoft.com/office/officeart/2005/8/layout/orgChart1"/>
    <dgm:cxn modelId="{8CD13380-C9B8-0146-8910-878D8EC5171D}" type="presParOf" srcId="{39925670-B354-D444-BF11-28C8B77BB609}" destId="{13C2EA2D-1B77-BF4C-A30B-77DDBCDC44D4}" srcOrd="1" destOrd="0" presId="urn:microsoft.com/office/officeart/2005/8/layout/orgChart1"/>
    <dgm:cxn modelId="{29193B96-EE75-A245-B802-1AE8126D5AF2}" type="presParOf" srcId="{13C2EA2D-1B77-BF4C-A30B-77DDBCDC44D4}" destId="{C0EFBC79-0B6E-A64A-B1CA-8852AAE4014C}" srcOrd="0" destOrd="0" presId="urn:microsoft.com/office/officeart/2005/8/layout/orgChart1"/>
    <dgm:cxn modelId="{7F347A5C-9D9B-A547-AEE7-3E5A6FB99B27}" type="presParOf" srcId="{C0EFBC79-0B6E-A64A-B1CA-8852AAE4014C}" destId="{5089CE39-35B3-3547-BAC3-CF0A84D5300E}" srcOrd="0" destOrd="0" presId="urn:microsoft.com/office/officeart/2005/8/layout/orgChart1"/>
    <dgm:cxn modelId="{C684ADCC-E2D2-964A-BC01-5F55DA0949E9}" type="presParOf" srcId="{C0EFBC79-0B6E-A64A-B1CA-8852AAE4014C}" destId="{565AB1EC-2A9F-C94A-98C5-E00F82F3B62C}" srcOrd="1" destOrd="0" presId="urn:microsoft.com/office/officeart/2005/8/layout/orgChart1"/>
    <dgm:cxn modelId="{86B06A1E-6D09-A84B-9570-4AE1FF878FEF}" type="presParOf" srcId="{13C2EA2D-1B77-BF4C-A30B-77DDBCDC44D4}" destId="{D57EFFC4-5F77-2E48-9CDE-2F8A1BB83249}" srcOrd="1" destOrd="0" presId="urn:microsoft.com/office/officeart/2005/8/layout/orgChart1"/>
    <dgm:cxn modelId="{1799AB67-29F8-2745-AC9D-140F3E6F5353}" type="presParOf" srcId="{13C2EA2D-1B77-BF4C-A30B-77DDBCDC44D4}" destId="{E14B77B9-C3E9-AE4D-BCE3-14F6DA395C79}" srcOrd="2" destOrd="0" presId="urn:microsoft.com/office/officeart/2005/8/layout/orgChart1"/>
    <dgm:cxn modelId="{DE32EAB6-9975-7D4D-8FF1-4F63A1222A88}" type="presParOf" srcId="{26195616-AE64-F648-91EC-091ABEAE8ED8}" destId="{2FA79B92-72F0-5046-B371-0ADEC7BE902A}" srcOrd="2" destOrd="0" presId="urn:microsoft.com/office/officeart/2005/8/layout/orgChart1"/>
    <dgm:cxn modelId="{6959D941-0628-2D4F-9271-21DE677A283E}" type="presParOf" srcId="{FBF746B3-9A70-724D-A68F-C8AEE5C61A84}" destId="{747749A4-3811-7F4A-B218-3DD8643B687E}" srcOrd="2" destOrd="0" presId="urn:microsoft.com/office/officeart/2005/8/layout/orgChart1"/>
    <dgm:cxn modelId="{F636A0EB-20B0-0D4E-994A-6101CD8C3BD2}" type="presParOf" srcId="{B1145606-B41C-E34A-B76F-7E698C351127}" destId="{C57E702C-8550-2F41-8403-8981C39804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BC553B-D4D2-A541-8F62-C91B260125B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184C94D4-67CB-8B4A-9167-85A67F15760F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Hedef veri</a:t>
          </a:r>
        </a:p>
      </dgm:t>
    </dgm:pt>
    <dgm:pt modelId="{D265696B-06BF-C646-924A-6023C2DABD84}" type="parTrans" cxnId="{43750BCE-E877-144E-BC44-56388ABA37F6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AD8B81-3762-2242-A6D8-3F93B6834177}" type="sibTrans" cxnId="{43750BCE-E877-144E-BC44-56388ABA37F6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81C19F-0D10-024C-BD25-9089DBA9A6AA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Ön işlenmiş veri</a:t>
          </a:r>
        </a:p>
      </dgm:t>
    </dgm:pt>
    <dgm:pt modelId="{93CF7A5B-0438-BB40-AEC4-3C8638A160C9}" type="parTrans" cxnId="{E3E84351-BFC3-644B-B107-AA6D0B8D6F08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841C33-015D-5548-A7F0-EE47BEFCDA01}" type="sibTrans" cxnId="{E3E84351-BFC3-644B-B107-AA6D0B8D6F08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84B9F9-3FA2-4A4D-BC92-D564AAD8B22F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Dönüştürülmüş veri</a:t>
          </a:r>
        </a:p>
      </dgm:t>
    </dgm:pt>
    <dgm:pt modelId="{4FF47CA3-4BB1-4A4A-940B-1D4D49AF65A4}" type="parTrans" cxnId="{F161F8A2-9EB4-2E4F-82EA-A42AD2951FB6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6C53AA-84B6-8644-9E95-40D07B9A018F}" type="sibTrans" cxnId="{F161F8A2-9EB4-2E4F-82EA-A42AD2951FB6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09D4EA-1493-B444-8CAA-D2AD33E38BB6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Örüntü</a:t>
          </a:r>
        </a:p>
      </dgm:t>
    </dgm:pt>
    <dgm:pt modelId="{6CFA7704-2297-A146-98EF-57FA62AA0A7C}" type="parTrans" cxnId="{710B7235-88C2-DB43-91B2-C73BC7F7043A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16CE4C-4C43-1F4B-83B5-D13DA07D6F01}" type="sibTrans" cxnId="{710B7235-88C2-DB43-91B2-C73BC7F7043A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6BFF0B-1435-C34D-A6C8-E3414AF54C44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BİLGİ</a:t>
          </a:r>
        </a:p>
      </dgm:t>
    </dgm:pt>
    <dgm:pt modelId="{775B8427-38D9-2846-B215-DA04D3156273}" type="parTrans" cxnId="{BBB66399-2A79-CB4A-8291-D0FF8081B340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770AD5-0FBB-7642-8742-C124FB646614}" type="sibTrans" cxnId="{BBB66399-2A79-CB4A-8291-D0FF8081B340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B6A38A-A45F-C84B-9AAA-3E8489855CAD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Veri</a:t>
          </a:r>
        </a:p>
      </dgm:t>
    </dgm:pt>
    <dgm:pt modelId="{1EACDC24-99F3-AB44-8877-4627ACB6F15E}" type="sibTrans" cxnId="{B0210DD3-9EC2-3A42-B3B2-3BDE7C481381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8157AB-3C29-D046-9E41-BFCDB55CD320}" type="parTrans" cxnId="{B0210DD3-9EC2-3A42-B3B2-3BDE7C481381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E71C9D-B9CA-1742-B24D-7DA672046B84}" type="pres">
      <dgm:prSet presAssocID="{C1BC553B-D4D2-A541-8F62-C91B260125B7}" presName="linearFlow" presStyleCnt="0">
        <dgm:presLayoutVars>
          <dgm:resizeHandles val="exact"/>
        </dgm:presLayoutVars>
      </dgm:prSet>
      <dgm:spPr/>
    </dgm:pt>
    <dgm:pt modelId="{426738D4-3B20-B34E-A9E6-311D64F2A31D}" type="pres">
      <dgm:prSet presAssocID="{30B6A38A-A45F-C84B-9AAA-3E8489855CAD}" presName="node" presStyleLbl="node1" presStyleIdx="0" presStyleCnt="6">
        <dgm:presLayoutVars>
          <dgm:bulletEnabled val="1"/>
        </dgm:presLayoutVars>
      </dgm:prSet>
      <dgm:spPr/>
    </dgm:pt>
    <dgm:pt modelId="{52893FAD-08AC-7F44-B0D5-04BA4FD32757}" type="pres">
      <dgm:prSet presAssocID="{1EACDC24-99F3-AB44-8877-4627ACB6F15E}" presName="sibTrans" presStyleLbl="sibTrans2D1" presStyleIdx="0" presStyleCnt="5"/>
      <dgm:spPr/>
    </dgm:pt>
    <dgm:pt modelId="{E83E59A0-7258-264B-97D1-2AFD4831AB6A}" type="pres">
      <dgm:prSet presAssocID="{1EACDC24-99F3-AB44-8877-4627ACB6F15E}" presName="connectorText" presStyleLbl="sibTrans2D1" presStyleIdx="0" presStyleCnt="5"/>
      <dgm:spPr/>
    </dgm:pt>
    <dgm:pt modelId="{871FD93F-1617-FD41-ADCE-6F42009D2B9A}" type="pres">
      <dgm:prSet presAssocID="{184C94D4-67CB-8B4A-9167-85A67F15760F}" presName="node" presStyleLbl="node1" presStyleIdx="1" presStyleCnt="6">
        <dgm:presLayoutVars>
          <dgm:bulletEnabled val="1"/>
        </dgm:presLayoutVars>
      </dgm:prSet>
      <dgm:spPr/>
    </dgm:pt>
    <dgm:pt modelId="{D88F4F64-CD81-D44E-AA13-2F117BED6744}" type="pres">
      <dgm:prSet presAssocID="{41AD8B81-3762-2242-A6D8-3F93B6834177}" presName="sibTrans" presStyleLbl="sibTrans2D1" presStyleIdx="1" presStyleCnt="5"/>
      <dgm:spPr/>
    </dgm:pt>
    <dgm:pt modelId="{192F2C92-ABE6-EF43-8761-0035D8E29378}" type="pres">
      <dgm:prSet presAssocID="{41AD8B81-3762-2242-A6D8-3F93B6834177}" presName="connectorText" presStyleLbl="sibTrans2D1" presStyleIdx="1" presStyleCnt="5"/>
      <dgm:spPr/>
    </dgm:pt>
    <dgm:pt modelId="{80C30B90-8850-6346-8A36-BDAF1B6AD427}" type="pres">
      <dgm:prSet presAssocID="{2881C19F-0D10-024C-BD25-9089DBA9A6AA}" presName="node" presStyleLbl="node1" presStyleIdx="2" presStyleCnt="6">
        <dgm:presLayoutVars>
          <dgm:bulletEnabled val="1"/>
        </dgm:presLayoutVars>
      </dgm:prSet>
      <dgm:spPr/>
    </dgm:pt>
    <dgm:pt modelId="{2EBCC325-CD49-3C41-8EAA-F9648407BAAB}" type="pres">
      <dgm:prSet presAssocID="{E4841C33-015D-5548-A7F0-EE47BEFCDA01}" presName="sibTrans" presStyleLbl="sibTrans2D1" presStyleIdx="2" presStyleCnt="5"/>
      <dgm:spPr/>
    </dgm:pt>
    <dgm:pt modelId="{2FE67FF4-C63B-9940-BF0C-B3D4C4C5D2FF}" type="pres">
      <dgm:prSet presAssocID="{E4841C33-015D-5548-A7F0-EE47BEFCDA01}" presName="connectorText" presStyleLbl="sibTrans2D1" presStyleIdx="2" presStyleCnt="5"/>
      <dgm:spPr/>
    </dgm:pt>
    <dgm:pt modelId="{30716BA0-1C29-124F-B7F8-4A825731A46C}" type="pres">
      <dgm:prSet presAssocID="{1F84B9F9-3FA2-4A4D-BC92-D564AAD8B22F}" presName="node" presStyleLbl="node1" presStyleIdx="3" presStyleCnt="6">
        <dgm:presLayoutVars>
          <dgm:bulletEnabled val="1"/>
        </dgm:presLayoutVars>
      </dgm:prSet>
      <dgm:spPr/>
    </dgm:pt>
    <dgm:pt modelId="{2CA17FB1-76D6-BC4D-BC80-545327099E38}" type="pres">
      <dgm:prSet presAssocID="{916C53AA-84B6-8644-9E95-40D07B9A018F}" presName="sibTrans" presStyleLbl="sibTrans2D1" presStyleIdx="3" presStyleCnt="5"/>
      <dgm:spPr/>
    </dgm:pt>
    <dgm:pt modelId="{D48F5970-E7CE-9C4A-8488-8F70C30203E9}" type="pres">
      <dgm:prSet presAssocID="{916C53AA-84B6-8644-9E95-40D07B9A018F}" presName="connectorText" presStyleLbl="sibTrans2D1" presStyleIdx="3" presStyleCnt="5"/>
      <dgm:spPr/>
    </dgm:pt>
    <dgm:pt modelId="{F7DCD867-D29E-6E4E-B2B2-BE5FCB23775B}" type="pres">
      <dgm:prSet presAssocID="{7209D4EA-1493-B444-8CAA-D2AD33E38BB6}" presName="node" presStyleLbl="node1" presStyleIdx="4" presStyleCnt="6">
        <dgm:presLayoutVars>
          <dgm:bulletEnabled val="1"/>
        </dgm:presLayoutVars>
      </dgm:prSet>
      <dgm:spPr/>
    </dgm:pt>
    <dgm:pt modelId="{9961A568-BB56-7E48-9F9D-0D8F2500FC99}" type="pres">
      <dgm:prSet presAssocID="{3816CE4C-4C43-1F4B-83B5-D13DA07D6F01}" presName="sibTrans" presStyleLbl="sibTrans2D1" presStyleIdx="4" presStyleCnt="5"/>
      <dgm:spPr/>
    </dgm:pt>
    <dgm:pt modelId="{7265F81B-B71D-EE44-A63D-1B9B38F8B8FA}" type="pres">
      <dgm:prSet presAssocID="{3816CE4C-4C43-1F4B-83B5-D13DA07D6F01}" presName="connectorText" presStyleLbl="sibTrans2D1" presStyleIdx="4" presStyleCnt="5"/>
      <dgm:spPr/>
    </dgm:pt>
    <dgm:pt modelId="{9DD15223-7571-FB4A-81C2-A4A205A56D49}" type="pres">
      <dgm:prSet presAssocID="{6F6BFF0B-1435-C34D-A6C8-E3414AF54C44}" presName="node" presStyleLbl="node1" presStyleIdx="5" presStyleCnt="6">
        <dgm:presLayoutVars>
          <dgm:bulletEnabled val="1"/>
        </dgm:presLayoutVars>
      </dgm:prSet>
      <dgm:spPr/>
    </dgm:pt>
  </dgm:ptLst>
  <dgm:cxnLst>
    <dgm:cxn modelId="{DAD2EC1F-9B07-E547-B52C-A17F96CD4396}" type="presOf" srcId="{1F84B9F9-3FA2-4A4D-BC92-D564AAD8B22F}" destId="{30716BA0-1C29-124F-B7F8-4A825731A46C}" srcOrd="0" destOrd="0" presId="urn:microsoft.com/office/officeart/2005/8/layout/process2"/>
    <dgm:cxn modelId="{AD3AF923-F6B1-4B41-90B6-6D5385519E33}" type="presOf" srcId="{E4841C33-015D-5548-A7F0-EE47BEFCDA01}" destId="{2EBCC325-CD49-3C41-8EAA-F9648407BAAB}" srcOrd="0" destOrd="0" presId="urn:microsoft.com/office/officeart/2005/8/layout/process2"/>
    <dgm:cxn modelId="{DF025325-DC85-364E-BA3A-42BE8A7EB68C}" type="presOf" srcId="{41AD8B81-3762-2242-A6D8-3F93B6834177}" destId="{192F2C92-ABE6-EF43-8761-0035D8E29378}" srcOrd="1" destOrd="0" presId="urn:microsoft.com/office/officeart/2005/8/layout/process2"/>
    <dgm:cxn modelId="{E115842D-ABE2-A645-9924-E6ED9AFFDB8C}" type="presOf" srcId="{C1BC553B-D4D2-A541-8F62-C91B260125B7}" destId="{B7E71C9D-B9CA-1742-B24D-7DA672046B84}" srcOrd="0" destOrd="0" presId="urn:microsoft.com/office/officeart/2005/8/layout/process2"/>
    <dgm:cxn modelId="{710B7235-88C2-DB43-91B2-C73BC7F7043A}" srcId="{C1BC553B-D4D2-A541-8F62-C91B260125B7}" destId="{7209D4EA-1493-B444-8CAA-D2AD33E38BB6}" srcOrd="4" destOrd="0" parTransId="{6CFA7704-2297-A146-98EF-57FA62AA0A7C}" sibTransId="{3816CE4C-4C43-1F4B-83B5-D13DA07D6F01}"/>
    <dgm:cxn modelId="{8AA9323C-CA88-DE48-B236-18B507D28105}" type="presOf" srcId="{2881C19F-0D10-024C-BD25-9089DBA9A6AA}" destId="{80C30B90-8850-6346-8A36-BDAF1B6AD427}" srcOrd="0" destOrd="0" presId="urn:microsoft.com/office/officeart/2005/8/layout/process2"/>
    <dgm:cxn modelId="{6674A941-AC52-754F-BEDD-0217F7C0C5E3}" type="presOf" srcId="{6F6BFF0B-1435-C34D-A6C8-E3414AF54C44}" destId="{9DD15223-7571-FB4A-81C2-A4A205A56D49}" srcOrd="0" destOrd="0" presId="urn:microsoft.com/office/officeart/2005/8/layout/process2"/>
    <dgm:cxn modelId="{E3E84351-BFC3-644B-B107-AA6D0B8D6F08}" srcId="{C1BC553B-D4D2-A541-8F62-C91B260125B7}" destId="{2881C19F-0D10-024C-BD25-9089DBA9A6AA}" srcOrd="2" destOrd="0" parTransId="{93CF7A5B-0438-BB40-AEC4-3C8638A160C9}" sibTransId="{E4841C33-015D-5548-A7F0-EE47BEFCDA01}"/>
    <dgm:cxn modelId="{DC57436B-D7A5-0D48-9099-E40336126511}" type="presOf" srcId="{7209D4EA-1493-B444-8CAA-D2AD33E38BB6}" destId="{F7DCD867-D29E-6E4E-B2B2-BE5FCB23775B}" srcOrd="0" destOrd="0" presId="urn:microsoft.com/office/officeart/2005/8/layout/process2"/>
    <dgm:cxn modelId="{757E357B-DEB7-394B-A078-EC6BB3AF5D97}" type="presOf" srcId="{E4841C33-015D-5548-A7F0-EE47BEFCDA01}" destId="{2FE67FF4-C63B-9940-BF0C-B3D4C4C5D2FF}" srcOrd="1" destOrd="0" presId="urn:microsoft.com/office/officeart/2005/8/layout/process2"/>
    <dgm:cxn modelId="{8CB5007E-83E2-A643-BA23-2B220B0B8079}" type="presOf" srcId="{1EACDC24-99F3-AB44-8877-4627ACB6F15E}" destId="{E83E59A0-7258-264B-97D1-2AFD4831AB6A}" srcOrd="1" destOrd="0" presId="urn:microsoft.com/office/officeart/2005/8/layout/process2"/>
    <dgm:cxn modelId="{CBDB0282-1090-2F4D-BAB5-41DD08D31CE8}" type="presOf" srcId="{1EACDC24-99F3-AB44-8877-4627ACB6F15E}" destId="{52893FAD-08AC-7F44-B0D5-04BA4FD32757}" srcOrd="0" destOrd="0" presId="urn:microsoft.com/office/officeart/2005/8/layout/process2"/>
    <dgm:cxn modelId="{DF332D93-AF8F-2341-B68D-C43F6B40E734}" type="presOf" srcId="{30B6A38A-A45F-C84B-9AAA-3E8489855CAD}" destId="{426738D4-3B20-B34E-A9E6-311D64F2A31D}" srcOrd="0" destOrd="0" presId="urn:microsoft.com/office/officeart/2005/8/layout/process2"/>
    <dgm:cxn modelId="{BBB66399-2A79-CB4A-8291-D0FF8081B340}" srcId="{C1BC553B-D4D2-A541-8F62-C91B260125B7}" destId="{6F6BFF0B-1435-C34D-A6C8-E3414AF54C44}" srcOrd="5" destOrd="0" parTransId="{775B8427-38D9-2846-B215-DA04D3156273}" sibTransId="{9B770AD5-0FBB-7642-8742-C124FB646614}"/>
    <dgm:cxn modelId="{4EFBF699-F832-794A-964D-1875443481C5}" type="presOf" srcId="{3816CE4C-4C43-1F4B-83B5-D13DA07D6F01}" destId="{9961A568-BB56-7E48-9F9D-0D8F2500FC99}" srcOrd="0" destOrd="0" presId="urn:microsoft.com/office/officeart/2005/8/layout/process2"/>
    <dgm:cxn modelId="{F161F8A2-9EB4-2E4F-82EA-A42AD2951FB6}" srcId="{C1BC553B-D4D2-A541-8F62-C91B260125B7}" destId="{1F84B9F9-3FA2-4A4D-BC92-D564AAD8B22F}" srcOrd="3" destOrd="0" parTransId="{4FF47CA3-4BB1-4A4A-940B-1D4D49AF65A4}" sibTransId="{916C53AA-84B6-8644-9E95-40D07B9A018F}"/>
    <dgm:cxn modelId="{90AE89A6-B00D-1D4C-B7E3-E661B84A5711}" type="presOf" srcId="{41AD8B81-3762-2242-A6D8-3F93B6834177}" destId="{D88F4F64-CD81-D44E-AA13-2F117BED6744}" srcOrd="0" destOrd="0" presId="urn:microsoft.com/office/officeart/2005/8/layout/process2"/>
    <dgm:cxn modelId="{A9E4D3A6-F676-4041-8833-22446C89B94D}" type="presOf" srcId="{916C53AA-84B6-8644-9E95-40D07B9A018F}" destId="{2CA17FB1-76D6-BC4D-BC80-545327099E38}" srcOrd="0" destOrd="0" presId="urn:microsoft.com/office/officeart/2005/8/layout/process2"/>
    <dgm:cxn modelId="{43750BCE-E877-144E-BC44-56388ABA37F6}" srcId="{C1BC553B-D4D2-A541-8F62-C91B260125B7}" destId="{184C94D4-67CB-8B4A-9167-85A67F15760F}" srcOrd="1" destOrd="0" parTransId="{D265696B-06BF-C646-924A-6023C2DABD84}" sibTransId="{41AD8B81-3762-2242-A6D8-3F93B6834177}"/>
    <dgm:cxn modelId="{EF4723CE-509D-C749-89A1-4903A049E18E}" type="presOf" srcId="{3816CE4C-4C43-1F4B-83B5-D13DA07D6F01}" destId="{7265F81B-B71D-EE44-A63D-1B9B38F8B8FA}" srcOrd="1" destOrd="0" presId="urn:microsoft.com/office/officeart/2005/8/layout/process2"/>
    <dgm:cxn modelId="{B0210DD3-9EC2-3A42-B3B2-3BDE7C481381}" srcId="{C1BC553B-D4D2-A541-8F62-C91B260125B7}" destId="{30B6A38A-A45F-C84B-9AAA-3E8489855CAD}" srcOrd="0" destOrd="0" parTransId="{598157AB-3C29-D046-9E41-BFCDB55CD320}" sibTransId="{1EACDC24-99F3-AB44-8877-4627ACB6F15E}"/>
    <dgm:cxn modelId="{DE559FDD-D0B1-C44E-8669-0A45607EF345}" type="presOf" srcId="{916C53AA-84B6-8644-9E95-40D07B9A018F}" destId="{D48F5970-E7CE-9C4A-8488-8F70C30203E9}" srcOrd="1" destOrd="0" presId="urn:microsoft.com/office/officeart/2005/8/layout/process2"/>
    <dgm:cxn modelId="{FAB752DF-1CF9-D947-AC35-636C5F8DA5E6}" type="presOf" srcId="{184C94D4-67CB-8B4A-9167-85A67F15760F}" destId="{871FD93F-1617-FD41-ADCE-6F42009D2B9A}" srcOrd="0" destOrd="0" presId="urn:microsoft.com/office/officeart/2005/8/layout/process2"/>
    <dgm:cxn modelId="{591E0A0E-177F-7544-98EC-E65C889E571C}" type="presParOf" srcId="{B7E71C9D-B9CA-1742-B24D-7DA672046B84}" destId="{426738D4-3B20-B34E-A9E6-311D64F2A31D}" srcOrd="0" destOrd="0" presId="urn:microsoft.com/office/officeart/2005/8/layout/process2"/>
    <dgm:cxn modelId="{7D6F07C9-BC7B-E941-8671-73A9B24C98B2}" type="presParOf" srcId="{B7E71C9D-B9CA-1742-B24D-7DA672046B84}" destId="{52893FAD-08AC-7F44-B0D5-04BA4FD32757}" srcOrd="1" destOrd="0" presId="urn:microsoft.com/office/officeart/2005/8/layout/process2"/>
    <dgm:cxn modelId="{1584C8C6-3F5B-DF4D-BC6B-F0DD17E3ABDB}" type="presParOf" srcId="{52893FAD-08AC-7F44-B0D5-04BA4FD32757}" destId="{E83E59A0-7258-264B-97D1-2AFD4831AB6A}" srcOrd="0" destOrd="0" presId="urn:microsoft.com/office/officeart/2005/8/layout/process2"/>
    <dgm:cxn modelId="{BDE421E4-DDF4-1B4C-984D-19D6FBC12B0E}" type="presParOf" srcId="{B7E71C9D-B9CA-1742-B24D-7DA672046B84}" destId="{871FD93F-1617-FD41-ADCE-6F42009D2B9A}" srcOrd="2" destOrd="0" presId="urn:microsoft.com/office/officeart/2005/8/layout/process2"/>
    <dgm:cxn modelId="{FBE28BC8-7251-5241-9A4C-7C9E538F5F23}" type="presParOf" srcId="{B7E71C9D-B9CA-1742-B24D-7DA672046B84}" destId="{D88F4F64-CD81-D44E-AA13-2F117BED6744}" srcOrd="3" destOrd="0" presId="urn:microsoft.com/office/officeart/2005/8/layout/process2"/>
    <dgm:cxn modelId="{B1A780D4-653C-324D-9981-6534CA2BC629}" type="presParOf" srcId="{D88F4F64-CD81-D44E-AA13-2F117BED6744}" destId="{192F2C92-ABE6-EF43-8761-0035D8E29378}" srcOrd="0" destOrd="0" presId="urn:microsoft.com/office/officeart/2005/8/layout/process2"/>
    <dgm:cxn modelId="{C295635C-2AD9-EA44-9ED1-7C523516A454}" type="presParOf" srcId="{B7E71C9D-B9CA-1742-B24D-7DA672046B84}" destId="{80C30B90-8850-6346-8A36-BDAF1B6AD427}" srcOrd="4" destOrd="0" presId="urn:microsoft.com/office/officeart/2005/8/layout/process2"/>
    <dgm:cxn modelId="{288CA33E-19A2-E44D-A39E-4F5756FC321B}" type="presParOf" srcId="{B7E71C9D-B9CA-1742-B24D-7DA672046B84}" destId="{2EBCC325-CD49-3C41-8EAA-F9648407BAAB}" srcOrd="5" destOrd="0" presId="urn:microsoft.com/office/officeart/2005/8/layout/process2"/>
    <dgm:cxn modelId="{6591852A-FAD0-7840-91BF-2330C317DE7C}" type="presParOf" srcId="{2EBCC325-CD49-3C41-8EAA-F9648407BAAB}" destId="{2FE67FF4-C63B-9940-BF0C-B3D4C4C5D2FF}" srcOrd="0" destOrd="0" presId="urn:microsoft.com/office/officeart/2005/8/layout/process2"/>
    <dgm:cxn modelId="{C4E25447-82D0-1E41-99D5-E2227A48F97F}" type="presParOf" srcId="{B7E71C9D-B9CA-1742-B24D-7DA672046B84}" destId="{30716BA0-1C29-124F-B7F8-4A825731A46C}" srcOrd="6" destOrd="0" presId="urn:microsoft.com/office/officeart/2005/8/layout/process2"/>
    <dgm:cxn modelId="{CBD998F2-6FB5-604B-A563-EB5980A6AAE3}" type="presParOf" srcId="{B7E71C9D-B9CA-1742-B24D-7DA672046B84}" destId="{2CA17FB1-76D6-BC4D-BC80-545327099E38}" srcOrd="7" destOrd="0" presId="urn:microsoft.com/office/officeart/2005/8/layout/process2"/>
    <dgm:cxn modelId="{06DB31E9-5509-8645-8D61-64C370D885E9}" type="presParOf" srcId="{2CA17FB1-76D6-BC4D-BC80-545327099E38}" destId="{D48F5970-E7CE-9C4A-8488-8F70C30203E9}" srcOrd="0" destOrd="0" presId="urn:microsoft.com/office/officeart/2005/8/layout/process2"/>
    <dgm:cxn modelId="{A286EA4A-FB5E-174E-878D-8346AC36BBA9}" type="presParOf" srcId="{B7E71C9D-B9CA-1742-B24D-7DA672046B84}" destId="{F7DCD867-D29E-6E4E-B2B2-BE5FCB23775B}" srcOrd="8" destOrd="0" presId="urn:microsoft.com/office/officeart/2005/8/layout/process2"/>
    <dgm:cxn modelId="{630E752C-DDC8-0243-9831-26075EAAC17B}" type="presParOf" srcId="{B7E71C9D-B9CA-1742-B24D-7DA672046B84}" destId="{9961A568-BB56-7E48-9F9D-0D8F2500FC99}" srcOrd="9" destOrd="0" presId="urn:microsoft.com/office/officeart/2005/8/layout/process2"/>
    <dgm:cxn modelId="{1C9A51E2-A874-4842-8ADA-7BD909D513C1}" type="presParOf" srcId="{9961A568-BB56-7E48-9F9D-0D8F2500FC99}" destId="{7265F81B-B71D-EE44-A63D-1B9B38F8B8FA}" srcOrd="0" destOrd="0" presId="urn:microsoft.com/office/officeart/2005/8/layout/process2"/>
    <dgm:cxn modelId="{168FAE72-D12A-4942-93A6-F3395F3F4A31}" type="presParOf" srcId="{B7E71C9D-B9CA-1742-B24D-7DA672046B84}" destId="{9DD15223-7571-FB4A-81C2-A4A205A56D49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0A3CF48-DE59-4067-A15D-FB705415C169}" type="doc">
      <dgm:prSet loTypeId="urn:microsoft.com/office/officeart/2005/8/layout/radial1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DBEDCAC6-CC48-4C9A-A0A4-AE32FB2772CE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Veri madenciliği</a:t>
          </a:r>
        </a:p>
      </dgm:t>
    </dgm:pt>
    <dgm:pt modelId="{B88A2CE6-C7FA-407F-BD0A-2C281D9D3AC0}" type="parTrans" cxnId="{E9149B18-1B59-444A-9B8F-58C65A040EE1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EBEBD4-D756-4A1C-A21E-26FE74AAC0A1}" type="sibTrans" cxnId="{E9149B18-1B59-444A-9B8F-58C65A040EE1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F817E2-1FA1-4364-BD0A-E92809E8120C}">
      <dgm:prSet phldrT="[Metin]"/>
      <dgm:spPr/>
      <dgm:t>
        <a:bodyPr/>
        <a:lstStyle/>
        <a:p>
          <a:r>
            <a:rPr lang="tr-TR">
              <a:latin typeface="Times New Roman" panose="02020603050405020304" pitchFamily="18" charset="0"/>
              <a:cs typeface="Times New Roman" panose="02020603050405020304" pitchFamily="18" charset="0"/>
            </a:rPr>
            <a:t>Veri tabanları</a:t>
          </a:r>
        </a:p>
      </dgm:t>
    </dgm:pt>
    <dgm:pt modelId="{1022E5C3-51E9-41B8-999D-5BC7D5AE363A}" type="parTrans" cxnId="{D568DC3B-87AF-4D2C-A1D5-CFCFD5958545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3A7913-B795-4E03-B2B3-F92299A76DCF}" type="sibTrans" cxnId="{D568DC3B-87AF-4D2C-A1D5-CFCFD5958545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6D8C6E-C394-40B7-9ACD-84C774DBBB17}">
      <dgm:prSet phldrT="[Metin]"/>
      <dgm:spPr/>
      <dgm:t>
        <a:bodyPr/>
        <a:lstStyle/>
        <a:p>
          <a:r>
            <a:rPr lang="tr-TR">
              <a:latin typeface="Times New Roman" panose="02020603050405020304" pitchFamily="18" charset="0"/>
              <a:cs typeface="Times New Roman" panose="02020603050405020304" pitchFamily="18" charset="0"/>
            </a:rPr>
            <a:t>Makine Öğrenmesi</a:t>
          </a:r>
        </a:p>
      </dgm:t>
    </dgm:pt>
    <dgm:pt modelId="{624B8E1B-0D54-409C-9B45-6CF20379C7E6}" type="parTrans" cxnId="{3AC3847D-6EC1-472D-9248-9362654A94CA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1BE803-CB58-4431-BDAC-AB8BC2486149}" type="sibTrans" cxnId="{3AC3847D-6EC1-472D-9248-9362654A94CA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2540E2-AC42-445D-B811-196FAE7C0406}">
      <dgm:prSet phldrT="[Metin]"/>
      <dgm:spPr/>
      <dgm:t>
        <a:bodyPr/>
        <a:lstStyle/>
        <a:p>
          <a:r>
            <a:rPr lang="tr-TR">
              <a:latin typeface="Times New Roman" panose="02020603050405020304" pitchFamily="18" charset="0"/>
              <a:cs typeface="Times New Roman" panose="02020603050405020304" pitchFamily="18" charset="0"/>
            </a:rPr>
            <a:t>Örüntü tanıma</a:t>
          </a:r>
        </a:p>
      </dgm:t>
    </dgm:pt>
    <dgm:pt modelId="{44AD1F8A-DFD4-4DDE-A8CC-F8F117A0033B}" type="parTrans" cxnId="{B6625CEA-CEC1-424E-9B36-E44834489A8A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744089-215E-47FD-9564-261EEAD2DA25}" type="sibTrans" cxnId="{B6625CEA-CEC1-424E-9B36-E44834489A8A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6C2F4D-A460-486A-AF39-214766285DB5}">
      <dgm:prSet phldrT="[Metin]"/>
      <dgm:spPr/>
      <dgm:t>
        <a:bodyPr/>
        <a:lstStyle/>
        <a:p>
          <a:r>
            <a:rPr lang="tr-TR">
              <a:latin typeface="Times New Roman" panose="02020603050405020304" pitchFamily="18" charset="0"/>
              <a:cs typeface="Times New Roman" panose="02020603050405020304" pitchFamily="18" charset="0"/>
            </a:rPr>
            <a:t>İstatistik</a:t>
          </a:r>
        </a:p>
      </dgm:t>
    </dgm:pt>
    <dgm:pt modelId="{450E97AB-B23B-49EC-A0A9-F1F3BD416713}" type="parTrans" cxnId="{EFF2C3FA-0B4A-49E7-9A43-4A0816309E31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D9D193-EEA1-4B2C-BBEC-748F88BDA145}" type="sibTrans" cxnId="{EFF2C3FA-0B4A-49E7-9A43-4A0816309E31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139D27-7332-452B-83F5-BE7DF33C17E1}">
      <dgm:prSet phldrT="[Metin]"/>
      <dgm:spPr/>
      <dgm:t>
        <a:bodyPr/>
        <a:lstStyle/>
        <a:p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Görselleştirme</a:t>
          </a:r>
        </a:p>
      </dgm:t>
    </dgm:pt>
    <dgm:pt modelId="{F7D1D503-B86B-4387-B22C-EE8A2D679E1D}" type="parTrans" cxnId="{75B0E7F3-09B0-4FA2-B56E-C758D763F1A1}">
      <dgm:prSet/>
      <dgm:spPr/>
      <dgm:t>
        <a:bodyPr/>
        <a:lstStyle/>
        <a:p>
          <a:endParaRPr lang="tr-TR" sz="1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5DF70B-BBB4-45DF-9EC3-3B95338D603B}" type="sibTrans" cxnId="{75B0E7F3-09B0-4FA2-B56E-C758D763F1A1}">
      <dgm:prSet/>
      <dgm:spPr/>
      <dgm:t>
        <a:bodyPr/>
        <a:lstStyle/>
        <a:p>
          <a:endParaRPr lang="tr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3ECF32-98F4-EE49-A394-76D2B061643C}" type="pres">
      <dgm:prSet presAssocID="{70A3CF48-DE59-4067-A15D-FB705415C16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60B6194-882E-9249-A1B9-074E1305C5F8}" type="pres">
      <dgm:prSet presAssocID="{DBEDCAC6-CC48-4C9A-A0A4-AE32FB2772CE}" presName="centerShape" presStyleLbl="node0" presStyleIdx="0" presStyleCnt="1"/>
      <dgm:spPr/>
    </dgm:pt>
    <dgm:pt modelId="{E129E63D-355E-EE4E-8F58-A61CB728D8FB}" type="pres">
      <dgm:prSet presAssocID="{1022E5C3-51E9-41B8-999D-5BC7D5AE363A}" presName="Name9" presStyleLbl="parChTrans1D2" presStyleIdx="0" presStyleCnt="5"/>
      <dgm:spPr/>
    </dgm:pt>
    <dgm:pt modelId="{DAEE500A-B57B-2147-BBC2-3D1CD898FE7B}" type="pres">
      <dgm:prSet presAssocID="{1022E5C3-51E9-41B8-999D-5BC7D5AE363A}" presName="connTx" presStyleLbl="parChTrans1D2" presStyleIdx="0" presStyleCnt="5"/>
      <dgm:spPr/>
    </dgm:pt>
    <dgm:pt modelId="{9C8BC821-4634-F44F-AB29-02AA84BC7E9A}" type="pres">
      <dgm:prSet presAssocID="{9AF817E2-1FA1-4364-BD0A-E92809E8120C}" presName="node" presStyleLbl="node1" presStyleIdx="0" presStyleCnt="5">
        <dgm:presLayoutVars>
          <dgm:bulletEnabled val="1"/>
        </dgm:presLayoutVars>
      </dgm:prSet>
      <dgm:spPr/>
    </dgm:pt>
    <dgm:pt modelId="{7899E097-B055-9547-863C-CDA9A60579FF}" type="pres">
      <dgm:prSet presAssocID="{624B8E1B-0D54-409C-9B45-6CF20379C7E6}" presName="Name9" presStyleLbl="parChTrans1D2" presStyleIdx="1" presStyleCnt="5"/>
      <dgm:spPr/>
    </dgm:pt>
    <dgm:pt modelId="{4D58D586-18D0-BC48-BC55-44D8D2B093BA}" type="pres">
      <dgm:prSet presAssocID="{624B8E1B-0D54-409C-9B45-6CF20379C7E6}" presName="connTx" presStyleLbl="parChTrans1D2" presStyleIdx="1" presStyleCnt="5"/>
      <dgm:spPr/>
    </dgm:pt>
    <dgm:pt modelId="{733E7BC6-59C1-DB46-BB5E-CFED092F0C36}" type="pres">
      <dgm:prSet presAssocID="{726D8C6E-C394-40B7-9ACD-84C774DBBB17}" presName="node" presStyleLbl="node1" presStyleIdx="1" presStyleCnt="5">
        <dgm:presLayoutVars>
          <dgm:bulletEnabled val="1"/>
        </dgm:presLayoutVars>
      </dgm:prSet>
      <dgm:spPr/>
    </dgm:pt>
    <dgm:pt modelId="{BFE231E6-120C-7248-87A1-A6A67D376AD9}" type="pres">
      <dgm:prSet presAssocID="{44AD1F8A-DFD4-4DDE-A8CC-F8F117A0033B}" presName="Name9" presStyleLbl="parChTrans1D2" presStyleIdx="2" presStyleCnt="5"/>
      <dgm:spPr/>
    </dgm:pt>
    <dgm:pt modelId="{C43E3E24-54E1-924A-BF57-94F702E5EF4A}" type="pres">
      <dgm:prSet presAssocID="{44AD1F8A-DFD4-4DDE-A8CC-F8F117A0033B}" presName="connTx" presStyleLbl="parChTrans1D2" presStyleIdx="2" presStyleCnt="5"/>
      <dgm:spPr/>
    </dgm:pt>
    <dgm:pt modelId="{E20E0914-8D2B-6E46-BFB5-15F5E0126F5D}" type="pres">
      <dgm:prSet presAssocID="{DD2540E2-AC42-445D-B811-196FAE7C0406}" presName="node" presStyleLbl="node1" presStyleIdx="2" presStyleCnt="5">
        <dgm:presLayoutVars>
          <dgm:bulletEnabled val="1"/>
        </dgm:presLayoutVars>
      </dgm:prSet>
      <dgm:spPr/>
    </dgm:pt>
    <dgm:pt modelId="{4F48F214-5CAA-E148-8648-9E6ECB306085}" type="pres">
      <dgm:prSet presAssocID="{450E97AB-B23B-49EC-A0A9-F1F3BD416713}" presName="Name9" presStyleLbl="parChTrans1D2" presStyleIdx="3" presStyleCnt="5"/>
      <dgm:spPr/>
    </dgm:pt>
    <dgm:pt modelId="{0CE0C7AD-5D52-674C-8A4C-929FFE98E8EB}" type="pres">
      <dgm:prSet presAssocID="{450E97AB-B23B-49EC-A0A9-F1F3BD416713}" presName="connTx" presStyleLbl="parChTrans1D2" presStyleIdx="3" presStyleCnt="5"/>
      <dgm:spPr/>
    </dgm:pt>
    <dgm:pt modelId="{26D05187-851E-A745-81DD-BF9598578024}" type="pres">
      <dgm:prSet presAssocID="{786C2F4D-A460-486A-AF39-214766285DB5}" presName="node" presStyleLbl="node1" presStyleIdx="3" presStyleCnt="5">
        <dgm:presLayoutVars>
          <dgm:bulletEnabled val="1"/>
        </dgm:presLayoutVars>
      </dgm:prSet>
      <dgm:spPr/>
    </dgm:pt>
    <dgm:pt modelId="{0C4686D6-AE16-2943-8D56-835075735B2D}" type="pres">
      <dgm:prSet presAssocID="{F7D1D503-B86B-4387-B22C-EE8A2D679E1D}" presName="Name9" presStyleLbl="parChTrans1D2" presStyleIdx="4" presStyleCnt="5"/>
      <dgm:spPr/>
    </dgm:pt>
    <dgm:pt modelId="{6077455D-6CBF-3241-ADE5-EB77B9316B63}" type="pres">
      <dgm:prSet presAssocID="{F7D1D503-B86B-4387-B22C-EE8A2D679E1D}" presName="connTx" presStyleLbl="parChTrans1D2" presStyleIdx="4" presStyleCnt="5"/>
      <dgm:spPr/>
    </dgm:pt>
    <dgm:pt modelId="{D7B63E2E-EF63-1343-91C8-F5BF549E2C1E}" type="pres">
      <dgm:prSet presAssocID="{AA139D27-7332-452B-83F5-BE7DF33C17E1}" presName="node" presStyleLbl="node1" presStyleIdx="4" presStyleCnt="5">
        <dgm:presLayoutVars>
          <dgm:bulletEnabled val="1"/>
        </dgm:presLayoutVars>
      </dgm:prSet>
      <dgm:spPr/>
    </dgm:pt>
  </dgm:ptLst>
  <dgm:cxnLst>
    <dgm:cxn modelId="{E3161606-ABAE-B944-8F7F-4D886A277B6E}" type="presOf" srcId="{DBEDCAC6-CC48-4C9A-A0A4-AE32FB2772CE}" destId="{560B6194-882E-9249-A1B9-074E1305C5F8}" srcOrd="0" destOrd="0" presId="urn:microsoft.com/office/officeart/2005/8/layout/radial1"/>
    <dgm:cxn modelId="{5108AA0C-9EDD-E94B-B194-39E0026916B6}" type="presOf" srcId="{AA139D27-7332-452B-83F5-BE7DF33C17E1}" destId="{D7B63E2E-EF63-1343-91C8-F5BF549E2C1E}" srcOrd="0" destOrd="0" presId="urn:microsoft.com/office/officeart/2005/8/layout/radial1"/>
    <dgm:cxn modelId="{3CB5CF10-B2F5-E646-A9AB-2F72F9015DA8}" type="presOf" srcId="{624B8E1B-0D54-409C-9B45-6CF20379C7E6}" destId="{4D58D586-18D0-BC48-BC55-44D8D2B093BA}" srcOrd="1" destOrd="0" presId="urn:microsoft.com/office/officeart/2005/8/layout/radial1"/>
    <dgm:cxn modelId="{E9149B18-1B59-444A-9B8F-58C65A040EE1}" srcId="{70A3CF48-DE59-4067-A15D-FB705415C169}" destId="{DBEDCAC6-CC48-4C9A-A0A4-AE32FB2772CE}" srcOrd="0" destOrd="0" parTransId="{B88A2CE6-C7FA-407F-BD0A-2C281D9D3AC0}" sibTransId="{EFEBEBD4-D756-4A1C-A21E-26FE74AAC0A1}"/>
    <dgm:cxn modelId="{640BA83A-209A-504B-9B9F-2A00F92CA6F3}" type="presOf" srcId="{F7D1D503-B86B-4387-B22C-EE8A2D679E1D}" destId="{0C4686D6-AE16-2943-8D56-835075735B2D}" srcOrd="0" destOrd="0" presId="urn:microsoft.com/office/officeart/2005/8/layout/radial1"/>
    <dgm:cxn modelId="{D568DC3B-87AF-4D2C-A1D5-CFCFD5958545}" srcId="{DBEDCAC6-CC48-4C9A-A0A4-AE32FB2772CE}" destId="{9AF817E2-1FA1-4364-BD0A-E92809E8120C}" srcOrd="0" destOrd="0" parTransId="{1022E5C3-51E9-41B8-999D-5BC7D5AE363A}" sibTransId="{523A7913-B795-4E03-B2B3-F92299A76DCF}"/>
    <dgm:cxn modelId="{EEA22B41-C015-204E-B55E-03C9DA4F7753}" type="presOf" srcId="{DD2540E2-AC42-445D-B811-196FAE7C0406}" destId="{E20E0914-8D2B-6E46-BFB5-15F5E0126F5D}" srcOrd="0" destOrd="0" presId="urn:microsoft.com/office/officeart/2005/8/layout/radial1"/>
    <dgm:cxn modelId="{ED486F44-73F4-D645-B478-2081A5CAEBD7}" type="presOf" srcId="{1022E5C3-51E9-41B8-999D-5BC7D5AE363A}" destId="{DAEE500A-B57B-2147-BBC2-3D1CD898FE7B}" srcOrd="1" destOrd="0" presId="urn:microsoft.com/office/officeart/2005/8/layout/radial1"/>
    <dgm:cxn modelId="{6546FB49-4ADF-8148-936C-E9EC88ECA5A5}" type="presOf" srcId="{F7D1D503-B86B-4387-B22C-EE8A2D679E1D}" destId="{6077455D-6CBF-3241-ADE5-EB77B9316B63}" srcOrd="1" destOrd="0" presId="urn:microsoft.com/office/officeart/2005/8/layout/radial1"/>
    <dgm:cxn modelId="{880FDA64-8F3A-4140-B8A6-C32EACF2F4B4}" type="presOf" srcId="{44AD1F8A-DFD4-4DDE-A8CC-F8F117A0033B}" destId="{C43E3E24-54E1-924A-BF57-94F702E5EF4A}" srcOrd="1" destOrd="0" presId="urn:microsoft.com/office/officeart/2005/8/layout/radial1"/>
    <dgm:cxn modelId="{2477ED6A-84CA-F346-AEB6-3BCD32ADFA56}" type="presOf" srcId="{726D8C6E-C394-40B7-9ACD-84C774DBBB17}" destId="{733E7BC6-59C1-DB46-BB5E-CFED092F0C36}" srcOrd="0" destOrd="0" presId="urn:microsoft.com/office/officeart/2005/8/layout/radial1"/>
    <dgm:cxn modelId="{4DF0D96B-CC06-6F4C-B7CB-85FE3974CECF}" type="presOf" srcId="{624B8E1B-0D54-409C-9B45-6CF20379C7E6}" destId="{7899E097-B055-9547-863C-CDA9A60579FF}" srcOrd="0" destOrd="0" presId="urn:microsoft.com/office/officeart/2005/8/layout/radial1"/>
    <dgm:cxn modelId="{B93EF96B-47F5-894F-B0EF-C598DF980575}" type="presOf" srcId="{1022E5C3-51E9-41B8-999D-5BC7D5AE363A}" destId="{E129E63D-355E-EE4E-8F58-A61CB728D8FB}" srcOrd="0" destOrd="0" presId="urn:microsoft.com/office/officeart/2005/8/layout/radial1"/>
    <dgm:cxn modelId="{3AC3847D-6EC1-472D-9248-9362654A94CA}" srcId="{DBEDCAC6-CC48-4C9A-A0A4-AE32FB2772CE}" destId="{726D8C6E-C394-40B7-9ACD-84C774DBBB17}" srcOrd="1" destOrd="0" parTransId="{624B8E1B-0D54-409C-9B45-6CF20379C7E6}" sibTransId="{D61BE803-CB58-4431-BDAC-AB8BC2486149}"/>
    <dgm:cxn modelId="{EC1DE882-9265-4643-A892-BFBE37D0F157}" type="presOf" srcId="{450E97AB-B23B-49EC-A0A9-F1F3BD416713}" destId="{0CE0C7AD-5D52-674C-8A4C-929FFE98E8EB}" srcOrd="1" destOrd="0" presId="urn:microsoft.com/office/officeart/2005/8/layout/radial1"/>
    <dgm:cxn modelId="{BA40C583-BC7F-464B-893F-EDB3356C4A6E}" type="presOf" srcId="{9AF817E2-1FA1-4364-BD0A-E92809E8120C}" destId="{9C8BC821-4634-F44F-AB29-02AA84BC7E9A}" srcOrd="0" destOrd="0" presId="urn:microsoft.com/office/officeart/2005/8/layout/radial1"/>
    <dgm:cxn modelId="{0A427D96-D4F7-7346-AF89-9B4047477052}" type="presOf" srcId="{450E97AB-B23B-49EC-A0A9-F1F3BD416713}" destId="{4F48F214-5CAA-E148-8648-9E6ECB306085}" srcOrd="0" destOrd="0" presId="urn:microsoft.com/office/officeart/2005/8/layout/radial1"/>
    <dgm:cxn modelId="{F6C696AB-C3C4-E040-BDFA-1994D1456958}" type="presOf" srcId="{786C2F4D-A460-486A-AF39-214766285DB5}" destId="{26D05187-851E-A745-81DD-BF9598578024}" srcOrd="0" destOrd="0" presId="urn:microsoft.com/office/officeart/2005/8/layout/radial1"/>
    <dgm:cxn modelId="{AA8106CA-DE60-FA41-AFB6-264407FF956E}" type="presOf" srcId="{44AD1F8A-DFD4-4DDE-A8CC-F8F117A0033B}" destId="{BFE231E6-120C-7248-87A1-A6A67D376AD9}" srcOrd="0" destOrd="0" presId="urn:microsoft.com/office/officeart/2005/8/layout/radial1"/>
    <dgm:cxn modelId="{E47FB6E6-6F4F-2845-90DB-E6A457102A44}" type="presOf" srcId="{70A3CF48-DE59-4067-A15D-FB705415C169}" destId="{523ECF32-98F4-EE49-A394-76D2B061643C}" srcOrd="0" destOrd="0" presId="urn:microsoft.com/office/officeart/2005/8/layout/radial1"/>
    <dgm:cxn modelId="{B6625CEA-CEC1-424E-9B36-E44834489A8A}" srcId="{DBEDCAC6-CC48-4C9A-A0A4-AE32FB2772CE}" destId="{DD2540E2-AC42-445D-B811-196FAE7C0406}" srcOrd="2" destOrd="0" parTransId="{44AD1F8A-DFD4-4DDE-A8CC-F8F117A0033B}" sibTransId="{BF744089-215E-47FD-9564-261EEAD2DA25}"/>
    <dgm:cxn modelId="{75B0E7F3-09B0-4FA2-B56E-C758D763F1A1}" srcId="{DBEDCAC6-CC48-4C9A-A0A4-AE32FB2772CE}" destId="{AA139D27-7332-452B-83F5-BE7DF33C17E1}" srcOrd="4" destOrd="0" parTransId="{F7D1D503-B86B-4387-B22C-EE8A2D679E1D}" sibTransId="{1C5DF70B-BBB4-45DF-9EC3-3B95338D603B}"/>
    <dgm:cxn modelId="{EFF2C3FA-0B4A-49E7-9A43-4A0816309E31}" srcId="{DBEDCAC6-CC48-4C9A-A0A4-AE32FB2772CE}" destId="{786C2F4D-A460-486A-AF39-214766285DB5}" srcOrd="3" destOrd="0" parTransId="{450E97AB-B23B-49EC-A0A9-F1F3BD416713}" sibTransId="{F3D9D193-EEA1-4B2C-BBEC-748F88BDA145}"/>
    <dgm:cxn modelId="{E8C8F700-B9CB-9B4F-B7D7-098645B6F72E}" type="presParOf" srcId="{523ECF32-98F4-EE49-A394-76D2B061643C}" destId="{560B6194-882E-9249-A1B9-074E1305C5F8}" srcOrd="0" destOrd="0" presId="urn:microsoft.com/office/officeart/2005/8/layout/radial1"/>
    <dgm:cxn modelId="{CDBE5329-C4D6-674C-802B-82E7DA9608C2}" type="presParOf" srcId="{523ECF32-98F4-EE49-A394-76D2B061643C}" destId="{E129E63D-355E-EE4E-8F58-A61CB728D8FB}" srcOrd="1" destOrd="0" presId="urn:microsoft.com/office/officeart/2005/8/layout/radial1"/>
    <dgm:cxn modelId="{962F5511-1741-4949-B998-79D97951A1DC}" type="presParOf" srcId="{E129E63D-355E-EE4E-8F58-A61CB728D8FB}" destId="{DAEE500A-B57B-2147-BBC2-3D1CD898FE7B}" srcOrd="0" destOrd="0" presId="urn:microsoft.com/office/officeart/2005/8/layout/radial1"/>
    <dgm:cxn modelId="{BDE6BBD6-DFB4-6B47-92FA-4EFE0136E38C}" type="presParOf" srcId="{523ECF32-98F4-EE49-A394-76D2B061643C}" destId="{9C8BC821-4634-F44F-AB29-02AA84BC7E9A}" srcOrd="2" destOrd="0" presId="urn:microsoft.com/office/officeart/2005/8/layout/radial1"/>
    <dgm:cxn modelId="{8516A8B1-C1F7-3949-B16D-A746A7EC646B}" type="presParOf" srcId="{523ECF32-98F4-EE49-A394-76D2B061643C}" destId="{7899E097-B055-9547-863C-CDA9A60579FF}" srcOrd="3" destOrd="0" presId="urn:microsoft.com/office/officeart/2005/8/layout/radial1"/>
    <dgm:cxn modelId="{D91C22A8-B6AF-8F48-8731-FF58537BB6AA}" type="presParOf" srcId="{7899E097-B055-9547-863C-CDA9A60579FF}" destId="{4D58D586-18D0-BC48-BC55-44D8D2B093BA}" srcOrd="0" destOrd="0" presId="urn:microsoft.com/office/officeart/2005/8/layout/radial1"/>
    <dgm:cxn modelId="{C8EB64DA-C8FB-F94A-A840-C2D641D8B3C6}" type="presParOf" srcId="{523ECF32-98F4-EE49-A394-76D2B061643C}" destId="{733E7BC6-59C1-DB46-BB5E-CFED092F0C36}" srcOrd="4" destOrd="0" presId="urn:microsoft.com/office/officeart/2005/8/layout/radial1"/>
    <dgm:cxn modelId="{0739194A-FD5B-D045-9A52-A5721D402C09}" type="presParOf" srcId="{523ECF32-98F4-EE49-A394-76D2B061643C}" destId="{BFE231E6-120C-7248-87A1-A6A67D376AD9}" srcOrd="5" destOrd="0" presId="urn:microsoft.com/office/officeart/2005/8/layout/radial1"/>
    <dgm:cxn modelId="{059DF64E-137C-3948-BD73-96E59D54BA41}" type="presParOf" srcId="{BFE231E6-120C-7248-87A1-A6A67D376AD9}" destId="{C43E3E24-54E1-924A-BF57-94F702E5EF4A}" srcOrd="0" destOrd="0" presId="urn:microsoft.com/office/officeart/2005/8/layout/radial1"/>
    <dgm:cxn modelId="{EA700C24-8C86-CF44-BE07-7D057C0F05EF}" type="presParOf" srcId="{523ECF32-98F4-EE49-A394-76D2B061643C}" destId="{E20E0914-8D2B-6E46-BFB5-15F5E0126F5D}" srcOrd="6" destOrd="0" presId="urn:microsoft.com/office/officeart/2005/8/layout/radial1"/>
    <dgm:cxn modelId="{78156D51-7AE2-C742-A239-10756E1E6A0A}" type="presParOf" srcId="{523ECF32-98F4-EE49-A394-76D2B061643C}" destId="{4F48F214-5CAA-E148-8648-9E6ECB306085}" srcOrd="7" destOrd="0" presId="urn:microsoft.com/office/officeart/2005/8/layout/radial1"/>
    <dgm:cxn modelId="{20ED3D43-F863-A945-93A4-B3D112D4B2B7}" type="presParOf" srcId="{4F48F214-5CAA-E148-8648-9E6ECB306085}" destId="{0CE0C7AD-5D52-674C-8A4C-929FFE98E8EB}" srcOrd="0" destOrd="0" presId="urn:microsoft.com/office/officeart/2005/8/layout/radial1"/>
    <dgm:cxn modelId="{2A8A1AD6-5AF3-3449-BA7B-FB5FCDAAC7DA}" type="presParOf" srcId="{523ECF32-98F4-EE49-A394-76D2B061643C}" destId="{26D05187-851E-A745-81DD-BF9598578024}" srcOrd="8" destOrd="0" presId="urn:microsoft.com/office/officeart/2005/8/layout/radial1"/>
    <dgm:cxn modelId="{B22591B6-CAE3-1A4D-A5C7-12200EBCAE49}" type="presParOf" srcId="{523ECF32-98F4-EE49-A394-76D2B061643C}" destId="{0C4686D6-AE16-2943-8D56-835075735B2D}" srcOrd="9" destOrd="0" presId="urn:microsoft.com/office/officeart/2005/8/layout/radial1"/>
    <dgm:cxn modelId="{547A13E1-B44F-FA4F-AF0E-D36C513D451D}" type="presParOf" srcId="{0C4686D6-AE16-2943-8D56-835075735B2D}" destId="{6077455D-6CBF-3241-ADE5-EB77B9316B63}" srcOrd="0" destOrd="0" presId="urn:microsoft.com/office/officeart/2005/8/layout/radial1"/>
    <dgm:cxn modelId="{2ECB0417-B28F-CA46-BE86-96FB8B42A1EE}" type="presParOf" srcId="{523ECF32-98F4-EE49-A394-76D2B061643C}" destId="{D7B63E2E-EF63-1343-91C8-F5BF549E2C1E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5B225D-FD78-42A3-A86E-D770EDDB23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3C4EAB-940D-4F8B-81C5-A1879EAA09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/>
            <a:t>Müşteri davranışlarını analiz etme</a:t>
          </a:r>
          <a:endParaRPr lang="en-US"/>
        </a:p>
      </dgm:t>
    </dgm:pt>
    <dgm:pt modelId="{6E9FBF30-EB31-477A-963D-5E6DC6343E38}" type="parTrans" cxnId="{6FB53E74-A1B4-4C11-929B-AEF8550786EC}">
      <dgm:prSet/>
      <dgm:spPr/>
      <dgm:t>
        <a:bodyPr/>
        <a:lstStyle/>
        <a:p>
          <a:endParaRPr lang="en-US"/>
        </a:p>
      </dgm:t>
    </dgm:pt>
    <dgm:pt modelId="{D11E5FC4-8E60-4077-A166-913DED4917C3}" type="sibTrans" cxnId="{6FB53E74-A1B4-4C11-929B-AEF8550786EC}">
      <dgm:prSet/>
      <dgm:spPr/>
      <dgm:t>
        <a:bodyPr/>
        <a:lstStyle/>
        <a:p>
          <a:endParaRPr lang="en-US"/>
        </a:p>
      </dgm:t>
    </dgm:pt>
    <dgm:pt modelId="{5E4A0877-490B-4005-820E-D335658A2AD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Satış ve pazarlama stratejileri geliştirme</a:t>
          </a:r>
          <a:endParaRPr lang="en-US"/>
        </a:p>
      </dgm:t>
    </dgm:pt>
    <dgm:pt modelId="{0C0CDD04-C90F-4A38-8BB9-41380FD37232}" type="parTrans" cxnId="{AD43617A-C08A-41AC-8894-5D7AC83ECA17}">
      <dgm:prSet/>
      <dgm:spPr/>
      <dgm:t>
        <a:bodyPr/>
        <a:lstStyle/>
        <a:p>
          <a:endParaRPr lang="en-US"/>
        </a:p>
      </dgm:t>
    </dgm:pt>
    <dgm:pt modelId="{FEDF7BA5-0175-4D10-B286-0B5EDA5369A2}" type="sibTrans" cxnId="{AD43617A-C08A-41AC-8894-5D7AC83ECA17}">
      <dgm:prSet/>
      <dgm:spPr/>
      <dgm:t>
        <a:bodyPr/>
        <a:lstStyle/>
        <a:p>
          <a:endParaRPr lang="en-US"/>
        </a:p>
      </dgm:t>
    </dgm:pt>
    <dgm:pt modelId="{C5DACC2A-97FD-45BE-B4A3-1FA22C198A4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Risk ve maliyetleri azaltma</a:t>
          </a:r>
          <a:endParaRPr lang="en-US"/>
        </a:p>
      </dgm:t>
    </dgm:pt>
    <dgm:pt modelId="{A33AFDCF-0C1D-4262-BB9E-1D308607F3B3}" type="parTrans" cxnId="{85318E52-9F1D-428F-87D1-CF506B0E17FD}">
      <dgm:prSet/>
      <dgm:spPr/>
      <dgm:t>
        <a:bodyPr/>
        <a:lstStyle/>
        <a:p>
          <a:endParaRPr lang="en-US"/>
        </a:p>
      </dgm:t>
    </dgm:pt>
    <dgm:pt modelId="{24D2E79E-2642-481C-AF2D-6291A7C8E559}" type="sibTrans" cxnId="{85318E52-9F1D-428F-87D1-CF506B0E17FD}">
      <dgm:prSet/>
      <dgm:spPr/>
      <dgm:t>
        <a:bodyPr/>
        <a:lstStyle/>
        <a:p>
          <a:endParaRPr lang="en-US"/>
        </a:p>
      </dgm:t>
    </dgm:pt>
    <dgm:pt modelId="{01826789-2D01-4E76-910C-056A4E66F524}" type="pres">
      <dgm:prSet presAssocID="{425B225D-FD78-42A3-A86E-D770EDDB2375}" presName="root" presStyleCnt="0">
        <dgm:presLayoutVars>
          <dgm:dir/>
          <dgm:resizeHandles val="exact"/>
        </dgm:presLayoutVars>
      </dgm:prSet>
      <dgm:spPr/>
    </dgm:pt>
    <dgm:pt modelId="{137E7CB9-FBE3-47C1-91A3-FF8BDEBA40B5}" type="pres">
      <dgm:prSet presAssocID="{0E3C4EAB-940D-4F8B-81C5-A1879EAA0944}" presName="compNode" presStyleCnt="0"/>
      <dgm:spPr/>
    </dgm:pt>
    <dgm:pt modelId="{380792BF-80B8-45D0-8AA7-19ABBD07DFDF}" type="pres">
      <dgm:prSet presAssocID="{0E3C4EAB-940D-4F8B-81C5-A1879EAA0944}" presName="bgRect" presStyleLbl="bgShp" presStyleIdx="0" presStyleCnt="3"/>
      <dgm:spPr/>
    </dgm:pt>
    <dgm:pt modelId="{687408FC-8CF2-4C9F-9C76-E97D399C1883}" type="pres">
      <dgm:prSet presAssocID="{0E3C4EAB-940D-4F8B-81C5-A1879EAA09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756415A-20E0-4EC6-9BA7-E30DDD283987}" type="pres">
      <dgm:prSet presAssocID="{0E3C4EAB-940D-4F8B-81C5-A1879EAA0944}" presName="spaceRect" presStyleCnt="0"/>
      <dgm:spPr/>
    </dgm:pt>
    <dgm:pt modelId="{671EE229-9BDD-492C-9C43-C9130B739F37}" type="pres">
      <dgm:prSet presAssocID="{0E3C4EAB-940D-4F8B-81C5-A1879EAA0944}" presName="parTx" presStyleLbl="revTx" presStyleIdx="0" presStyleCnt="3">
        <dgm:presLayoutVars>
          <dgm:chMax val="0"/>
          <dgm:chPref val="0"/>
        </dgm:presLayoutVars>
      </dgm:prSet>
      <dgm:spPr/>
    </dgm:pt>
    <dgm:pt modelId="{D6D278CB-CEB9-4C4E-A62F-2464D077A3E6}" type="pres">
      <dgm:prSet presAssocID="{D11E5FC4-8E60-4077-A166-913DED4917C3}" presName="sibTrans" presStyleCnt="0"/>
      <dgm:spPr/>
    </dgm:pt>
    <dgm:pt modelId="{8FDCC106-B3D5-4ED5-AD00-C8D68B9F7DBE}" type="pres">
      <dgm:prSet presAssocID="{5E4A0877-490B-4005-820E-D335658A2ADA}" presName="compNode" presStyleCnt="0"/>
      <dgm:spPr/>
    </dgm:pt>
    <dgm:pt modelId="{9DF15DE2-3BB7-4953-A90E-D175FA3D8FF6}" type="pres">
      <dgm:prSet presAssocID="{5E4A0877-490B-4005-820E-D335658A2ADA}" presName="bgRect" presStyleLbl="bgShp" presStyleIdx="1" presStyleCnt="3"/>
      <dgm:spPr/>
    </dgm:pt>
    <dgm:pt modelId="{454EE05D-62E1-4CAD-89B7-D8538C273601}" type="pres">
      <dgm:prSet presAssocID="{5E4A0877-490B-4005-820E-D335658A2A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C47FE69-3376-4464-97FA-465A9953164F}" type="pres">
      <dgm:prSet presAssocID="{5E4A0877-490B-4005-820E-D335658A2ADA}" presName="spaceRect" presStyleCnt="0"/>
      <dgm:spPr/>
    </dgm:pt>
    <dgm:pt modelId="{986BAA87-8681-407E-AF0C-7C128F11E97F}" type="pres">
      <dgm:prSet presAssocID="{5E4A0877-490B-4005-820E-D335658A2ADA}" presName="parTx" presStyleLbl="revTx" presStyleIdx="1" presStyleCnt="3">
        <dgm:presLayoutVars>
          <dgm:chMax val="0"/>
          <dgm:chPref val="0"/>
        </dgm:presLayoutVars>
      </dgm:prSet>
      <dgm:spPr/>
    </dgm:pt>
    <dgm:pt modelId="{2EE59A08-862A-46AC-9A63-408BE5AAF15A}" type="pres">
      <dgm:prSet presAssocID="{FEDF7BA5-0175-4D10-B286-0B5EDA5369A2}" presName="sibTrans" presStyleCnt="0"/>
      <dgm:spPr/>
    </dgm:pt>
    <dgm:pt modelId="{DEA5C100-5E14-4E19-9691-00173D20DF8F}" type="pres">
      <dgm:prSet presAssocID="{C5DACC2A-97FD-45BE-B4A3-1FA22C198A4B}" presName="compNode" presStyleCnt="0"/>
      <dgm:spPr/>
    </dgm:pt>
    <dgm:pt modelId="{80035F68-2549-432A-A284-4D17E3E15649}" type="pres">
      <dgm:prSet presAssocID="{C5DACC2A-97FD-45BE-B4A3-1FA22C198A4B}" presName="bgRect" presStyleLbl="bgShp" presStyleIdx="2" presStyleCnt="3"/>
      <dgm:spPr/>
    </dgm:pt>
    <dgm:pt modelId="{1C9EF71A-05D1-46E1-A160-B20165464B09}" type="pres">
      <dgm:prSet presAssocID="{C5DACC2A-97FD-45BE-B4A3-1FA22C198A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01E8E82A-57A2-442D-970C-EC7A5EC13B43}" type="pres">
      <dgm:prSet presAssocID="{C5DACC2A-97FD-45BE-B4A3-1FA22C198A4B}" presName="spaceRect" presStyleCnt="0"/>
      <dgm:spPr/>
    </dgm:pt>
    <dgm:pt modelId="{6E203FA3-BD45-44EE-BD04-493171F437DD}" type="pres">
      <dgm:prSet presAssocID="{C5DACC2A-97FD-45BE-B4A3-1FA22C198A4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F53C00-A19B-C24C-867D-FA59345E5EE7}" type="presOf" srcId="{5E4A0877-490B-4005-820E-D335658A2ADA}" destId="{986BAA87-8681-407E-AF0C-7C128F11E97F}" srcOrd="0" destOrd="0" presId="urn:microsoft.com/office/officeart/2018/2/layout/IconVerticalSolidList"/>
    <dgm:cxn modelId="{A5C9000B-4447-8D48-B2C3-89AF2C30A97E}" type="presOf" srcId="{425B225D-FD78-42A3-A86E-D770EDDB2375}" destId="{01826789-2D01-4E76-910C-056A4E66F524}" srcOrd="0" destOrd="0" presId="urn:microsoft.com/office/officeart/2018/2/layout/IconVerticalSolidList"/>
    <dgm:cxn modelId="{C69E200B-EDD8-744E-964C-E5104F0E5E30}" type="presOf" srcId="{0E3C4EAB-940D-4F8B-81C5-A1879EAA0944}" destId="{671EE229-9BDD-492C-9C43-C9130B739F37}" srcOrd="0" destOrd="0" presId="urn:microsoft.com/office/officeart/2018/2/layout/IconVerticalSolidList"/>
    <dgm:cxn modelId="{85318E52-9F1D-428F-87D1-CF506B0E17FD}" srcId="{425B225D-FD78-42A3-A86E-D770EDDB2375}" destId="{C5DACC2A-97FD-45BE-B4A3-1FA22C198A4B}" srcOrd="2" destOrd="0" parTransId="{A33AFDCF-0C1D-4262-BB9E-1D308607F3B3}" sibTransId="{24D2E79E-2642-481C-AF2D-6291A7C8E559}"/>
    <dgm:cxn modelId="{6FB53E74-A1B4-4C11-929B-AEF8550786EC}" srcId="{425B225D-FD78-42A3-A86E-D770EDDB2375}" destId="{0E3C4EAB-940D-4F8B-81C5-A1879EAA0944}" srcOrd="0" destOrd="0" parTransId="{6E9FBF30-EB31-477A-963D-5E6DC6343E38}" sibTransId="{D11E5FC4-8E60-4077-A166-913DED4917C3}"/>
    <dgm:cxn modelId="{AD43617A-C08A-41AC-8894-5D7AC83ECA17}" srcId="{425B225D-FD78-42A3-A86E-D770EDDB2375}" destId="{5E4A0877-490B-4005-820E-D335658A2ADA}" srcOrd="1" destOrd="0" parTransId="{0C0CDD04-C90F-4A38-8BB9-41380FD37232}" sibTransId="{FEDF7BA5-0175-4D10-B286-0B5EDA5369A2}"/>
    <dgm:cxn modelId="{1C563199-E0A1-0440-A08B-26EF881916A3}" type="presOf" srcId="{C5DACC2A-97FD-45BE-B4A3-1FA22C198A4B}" destId="{6E203FA3-BD45-44EE-BD04-493171F437DD}" srcOrd="0" destOrd="0" presId="urn:microsoft.com/office/officeart/2018/2/layout/IconVerticalSolidList"/>
    <dgm:cxn modelId="{52101365-2CC9-CA42-AB62-E42E8BC2F896}" type="presParOf" srcId="{01826789-2D01-4E76-910C-056A4E66F524}" destId="{137E7CB9-FBE3-47C1-91A3-FF8BDEBA40B5}" srcOrd="0" destOrd="0" presId="urn:microsoft.com/office/officeart/2018/2/layout/IconVerticalSolidList"/>
    <dgm:cxn modelId="{E151F2AC-96A6-5A4E-8227-FD2A03B76CF1}" type="presParOf" srcId="{137E7CB9-FBE3-47C1-91A3-FF8BDEBA40B5}" destId="{380792BF-80B8-45D0-8AA7-19ABBD07DFDF}" srcOrd="0" destOrd="0" presId="urn:microsoft.com/office/officeart/2018/2/layout/IconVerticalSolidList"/>
    <dgm:cxn modelId="{7ECB7AA8-074E-8D48-8A37-DE3F13F4211B}" type="presParOf" srcId="{137E7CB9-FBE3-47C1-91A3-FF8BDEBA40B5}" destId="{687408FC-8CF2-4C9F-9C76-E97D399C1883}" srcOrd="1" destOrd="0" presId="urn:microsoft.com/office/officeart/2018/2/layout/IconVerticalSolidList"/>
    <dgm:cxn modelId="{CE6C8592-6C7B-F840-97A9-76F5EB0597A8}" type="presParOf" srcId="{137E7CB9-FBE3-47C1-91A3-FF8BDEBA40B5}" destId="{9756415A-20E0-4EC6-9BA7-E30DDD283987}" srcOrd="2" destOrd="0" presId="urn:microsoft.com/office/officeart/2018/2/layout/IconVerticalSolidList"/>
    <dgm:cxn modelId="{FAC292B8-1E26-E045-883F-643B16EC7B8B}" type="presParOf" srcId="{137E7CB9-FBE3-47C1-91A3-FF8BDEBA40B5}" destId="{671EE229-9BDD-492C-9C43-C9130B739F37}" srcOrd="3" destOrd="0" presId="urn:microsoft.com/office/officeart/2018/2/layout/IconVerticalSolidList"/>
    <dgm:cxn modelId="{E0DE4B8E-FB75-2F4A-9F86-CC989C42212C}" type="presParOf" srcId="{01826789-2D01-4E76-910C-056A4E66F524}" destId="{D6D278CB-CEB9-4C4E-A62F-2464D077A3E6}" srcOrd="1" destOrd="0" presId="urn:microsoft.com/office/officeart/2018/2/layout/IconVerticalSolidList"/>
    <dgm:cxn modelId="{81B47F13-5F3B-344D-B52A-2A1D028D399F}" type="presParOf" srcId="{01826789-2D01-4E76-910C-056A4E66F524}" destId="{8FDCC106-B3D5-4ED5-AD00-C8D68B9F7DBE}" srcOrd="2" destOrd="0" presId="urn:microsoft.com/office/officeart/2018/2/layout/IconVerticalSolidList"/>
    <dgm:cxn modelId="{2D3FF10E-E24D-644B-8D58-79B5FFDC4CDC}" type="presParOf" srcId="{8FDCC106-B3D5-4ED5-AD00-C8D68B9F7DBE}" destId="{9DF15DE2-3BB7-4953-A90E-D175FA3D8FF6}" srcOrd="0" destOrd="0" presId="urn:microsoft.com/office/officeart/2018/2/layout/IconVerticalSolidList"/>
    <dgm:cxn modelId="{E341184F-1C17-764E-B828-BA7C21A0337E}" type="presParOf" srcId="{8FDCC106-B3D5-4ED5-AD00-C8D68B9F7DBE}" destId="{454EE05D-62E1-4CAD-89B7-D8538C273601}" srcOrd="1" destOrd="0" presId="urn:microsoft.com/office/officeart/2018/2/layout/IconVerticalSolidList"/>
    <dgm:cxn modelId="{0FFF7C11-A99C-CB41-AE55-0EDBCBE72CAE}" type="presParOf" srcId="{8FDCC106-B3D5-4ED5-AD00-C8D68B9F7DBE}" destId="{0C47FE69-3376-4464-97FA-465A9953164F}" srcOrd="2" destOrd="0" presId="urn:microsoft.com/office/officeart/2018/2/layout/IconVerticalSolidList"/>
    <dgm:cxn modelId="{07E420AC-88E4-3544-B223-20E2731EA445}" type="presParOf" srcId="{8FDCC106-B3D5-4ED5-AD00-C8D68B9F7DBE}" destId="{986BAA87-8681-407E-AF0C-7C128F11E97F}" srcOrd="3" destOrd="0" presId="urn:microsoft.com/office/officeart/2018/2/layout/IconVerticalSolidList"/>
    <dgm:cxn modelId="{948DED9D-AE1C-2F46-9971-85F344C714DD}" type="presParOf" srcId="{01826789-2D01-4E76-910C-056A4E66F524}" destId="{2EE59A08-862A-46AC-9A63-408BE5AAF15A}" srcOrd="3" destOrd="0" presId="urn:microsoft.com/office/officeart/2018/2/layout/IconVerticalSolidList"/>
    <dgm:cxn modelId="{8DC14688-92A1-8942-91AD-BC89B401C71E}" type="presParOf" srcId="{01826789-2D01-4E76-910C-056A4E66F524}" destId="{DEA5C100-5E14-4E19-9691-00173D20DF8F}" srcOrd="4" destOrd="0" presId="urn:microsoft.com/office/officeart/2018/2/layout/IconVerticalSolidList"/>
    <dgm:cxn modelId="{0D1D68C9-CACD-EC43-9C17-60A185B5E6B9}" type="presParOf" srcId="{DEA5C100-5E14-4E19-9691-00173D20DF8F}" destId="{80035F68-2549-432A-A284-4D17E3E15649}" srcOrd="0" destOrd="0" presId="urn:microsoft.com/office/officeart/2018/2/layout/IconVerticalSolidList"/>
    <dgm:cxn modelId="{BE5A0B82-AF13-3F41-9279-5C1D868D7AD1}" type="presParOf" srcId="{DEA5C100-5E14-4E19-9691-00173D20DF8F}" destId="{1C9EF71A-05D1-46E1-A160-B20165464B09}" srcOrd="1" destOrd="0" presId="urn:microsoft.com/office/officeart/2018/2/layout/IconVerticalSolidList"/>
    <dgm:cxn modelId="{D27C92A5-5CB9-AE4C-B572-E9AFEF5C76C9}" type="presParOf" srcId="{DEA5C100-5E14-4E19-9691-00173D20DF8F}" destId="{01E8E82A-57A2-442D-970C-EC7A5EC13B43}" srcOrd="2" destOrd="0" presId="urn:microsoft.com/office/officeart/2018/2/layout/IconVerticalSolidList"/>
    <dgm:cxn modelId="{9F5D9619-3279-524F-ADD1-7804255BE127}" type="presParOf" srcId="{DEA5C100-5E14-4E19-9691-00173D20DF8F}" destId="{6E203FA3-BD45-44EE-BD04-493171F437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E18E0F6-0A6C-45EA-89C6-C5246D6992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E8CC52-EC8D-4B30-BBE9-734745F4ECE7}">
      <dgm:prSet/>
      <dgm:spPr/>
      <dgm:t>
        <a:bodyPr/>
        <a:lstStyle/>
        <a:p>
          <a:r>
            <a:rPr lang="tr-TR"/>
            <a:t>Büyük veri kümelerinden yeni bilgi üretme</a:t>
          </a:r>
          <a:endParaRPr lang="en-US"/>
        </a:p>
      </dgm:t>
    </dgm:pt>
    <dgm:pt modelId="{AF95C728-77E3-456F-96F7-39D24191F856}" type="parTrans" cxnId="{5C565EFF-9760-4C82-8398-943C96AC479B}">
      <dgm:prSet/>
      <dgm:spPr/>
      <dgm:t>
        <a:bodyPr/>
        <a:lstStyle/>
        <a:p>
          <a:endParaRPr lang="en-US"/>
        </a:p>
      </dgm:t>
    </dgm:pt>
    <dgm:pt modelId="{EFB7040C-CC7B-4D31-B12E-437232177DB4}" type="sibTrans" cxnId="{5C565EFF-9760-4C82-8398-943C96AC479B}">
      <dgm:prSet/>
      <dgm:spPr/>
      <dgm:t>
        <a:bodyPr/>
        <a:lstStyle/>
        <a:p>
          <a:endParaRPr lang="en-US"/>
        </a:p>
      </dgm:t>
    </dgm:pt>
    <dgm:pt modelId="{C371AF5F-77F0-47B1-A149-66F11861A8A6}">
      <dgm:prSet/>
      <dgm:spPr/>
      <dgm:t>
        <a:bodyPr/>
        <a:lstStyle/>
        <a:p>
          <a:r>
            <a:rPr lang="tr-TR"/>
            <a:t>Hipotez oluşturma ve test etme</a:t>
          </a:r>
          <a:endParaRPr lang="en-US"/>
        </a:p>
      </dgm:t>
    </dgm:pt>
    <dgm:pt modelId="{D0910DE1-E942-4F1D-BE6B-D65D3CF5D121}" type="parTrans" cxnId="{CE600A90-E391-4778-9A53-27C2E2EA69E9}">
      <dgm:prSet/>
      <dgm:spPr/>
      <dgm:t>
        <a:bodyPr/>
        <a:lstStyle/>
        <a:p>
          <a:endParaRPr lang="en-US"/>
        </a:p>
      </dgm:t>
    </dgm:pt>
    <dgm:pt modelId="{75920035-7469-478B-8532-FB5578D0928E}" type="sibTrans" cxnId="{CE600A90-E391-4778-9A53-27C2E2EA69E9}">
      <dgm:prSet/>
      <dgm:spPr/>
      <dgm:t>
        <a:bodyPr/>
        <a:lstStyle/>
        <a:p>
          <a:endParaRPr lang="en-US"/>
        </a:p>
      </dgm:t>
    </dgm:pt>
    <dgm:pt modelId="{21735812-8448-4713-B124-5DCAAB5D2DB0}">
      <dgm:prSet/>
      <dgm:spPr/>
      <dgm:t>
        <a:bodyPr/>
        <a:lstStyle/>
        <a:p>
          <a:r>
            <a:rPr lang="tr-TR"/>
            <a:t>Karmaşık sistemleri anlamlandırma</a:t>
          </a:r>
          <a:endParaRPr lang="en-US"/>
        </a:p>
      </dgm:t>
    </dgm:pt>
    <dgm:pt modelId="{3D0F3EB9-F821-4E88-AADD-A9DCCF5869EE}" type="parTrans" cxnId="{030053C0-1567-4DF1-AE17-D36553E1EBFF}">
      <dgm:prSet/>
      <dgm:spPr/>
      <dgm:t>
        <a:bodyPr/>
        <a:lstStyle/>
        <a:p>
          <a:endParaRPr lang="en-US"/>
        </a:p>
      </dgm:t>
    </dgm:pt>
    <dgm:pt modelId="{5920C06D-3D48-4120-8719-7200981C3270}" type="sibTrans" cxnId="{030053C0-1567-4DF1-AE17-D36553E1EBFF}">
      <dgm:prSet/>
      <dgm:spPr/>
      <dgm:t>
        <a:bodyPr/>
        <a:lstStyle/>
        <a:p>
          <a:endParaRPr lang="en-US"/>
        </a:p>
      </dgm:t>
    </dgm:pt>
    <dgm:pt modelId="{E8EE6F19-DD02-4ED8-A643-3700F34D711E}" type="pres">
      <dgm:prSet presAssocID="{9E18E0F6-0A6C-45EA-89C6-C5246D699280}" presName="root" presStyleCnt="0">
        <dgm:presLayoutVars>
          <dgm:dir/>
          <dgm:resizeHandles val="exact"/>
        </dgm:presLayoutVars>
      </dgm:prSet>
      <dgm:spPr/>
    </dgm:pt>
    <dgm:pt modelId="{097EC788-0B3F-487E-8FD0-4A3F0E033C9D}" type="pres">
      <dgm:prSet presAssocID="{90E8CC52-EC8D-4B30-BBE9-734745F4ECE7}" presName="compNode" presStyleCnt="0"/>
      <dgm:spPr/>
    </dgm:pt>
    <dgm:pt modelId="{8657130D-5DA9-4642-A6CE-AB0DD812C2F1}" type="pres">
      <dgm:prSet presAssocID="{90E8CC52-EC8D-4B30-BBE9-734745F4ECE7}" presName="bgRect" presStyleLbl="bgShp" presStyleIdx="0" presStyleCnt="3"/>
      <dgm:spPr/>
    </dgm:pt>
    <dgm:pt modelId="{08450A23-7E89-46D8-B6EE-BB03AF870747}" type="pres">
      <dgm:prSet presAssocID="{90E8CC52-EC8D-4B30-BBE9-734745F4EC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300089D-8ACD-481C-95E7-14C81D75522A}" type="pres">
      <dgm:prSet presAssocID="{90E8CC52-EC8D-4B30-BBE9-734745F4ECE7}" presName="spaceRect" presStyleCnt="0"/>
      <dgm:spPr/>
    </dgm:pt>
    <dgm:pt modelId="{ABF436CA-F18F-4366-BA18-18747A7FDA32}" type="pres">
      <dgm:prSet presAssocID="{90E8CC52-EC8D-4B30-BBE9-734745F4ECE7}" presName="parTx" presStyleLbl="revTx" presStyleIdx="0" presStyleCnt="3">
        <dgm:presLayoutVars>
          <dgm:chMax val="0"/>
          <dgm:chPref val="0"/>
        </dgm:presLayoutVars>
      </dgm:prSet>
      <dgm:spPr/>
    </dgm:pt>
    <dgm:pt modelId="{A647D751-6093-4AD0-A723-19DF2AC8C0A8}" type="pres">
      <dgm:prSet presAssocID="{EFB7040C-CC7B-4D31-B12E-437232177DB4}" presName="sibTrans" presStyleCnt="0"/>
      <dgm:spPr/>
    </dgm:pt>
    <dgm:pt modelId="{03E1217B-79F8-4A20-8D14-91642C86E1C2}" type="pres">
      <dgm:prSet presAssocID="{C371AF5F-77F0-47B1-A149-66F11861A8A6}" presName="compNode" presStyleCnt="0"/>
      <dgm:spPr/>
    </dgm:pt>
    <dgm:pt modelId="{F6FF09F4-BA83-4307-9D9A-1DF1AFE6C7DC}" type="pres">
      <dgm:prSet presAssocID="{C371AF5F-77F0-47B1-A149-66F11861A8A6}" presName="bgRect" presStyleLbl="bgShp" presStyleIdx="1" presStyleCnt="3"/>
      <dgm:spPr/>
    </dgm:pt>
    <dgm:pt modelId="{64D8BAD1-F23D-4604-8EEC-58219BEE0BE2}" type="pres">
      <dgm:prSet presAssocID="{C371AF5F-77F0-47B1-A149-66F11861A8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 Kap"/>
        </a:ext>
      </dgm:extLst>
    </dgm:pt>
    <dgm:pt modelId="{BBDDE92E-5AD9-49F8-B36F-F8A014C5D50F}" type="pres">
      <dgm:prSet presAssocID="{C371AF5F-77F0-47B1-A149-66F11861A8A6}" presName="spaceRect" presStyleCnt="0"/>
      <dgm:spPr/>
    </dgm:pt>
    <dgm:pt modelId="{D400C242-371E-41F3-A67C-473486FC9F39}" type="pres">
      <dgm:prSet presAssocID="{C371AF5F-77F0-47B1-A149-66F11861A8A6}" presName="parTx" presStyleLbl="revTx" presStyleIdx="1" presStyleCnt="3">
        <dgm:presLayoutVars>
          <dgm:chMax val="0"/>
          <dgm:chPref val="0"/>
        </dgm:presLayoutVars>
      </dgm:prSet>
      <dgm:spPr/>
    </dgm:pt>
    <dgm:pt modelId="{06F85700-772D-4789-92B1-FBCBA0D9DE73}" type="pres">
      <dgm:prSet presAssocID="{75920035-7469-478B-8532-FB5578D0928E}" presName="sibTrans" presStyleCnt="0"/>
      <dgm:spPr/>
    </dgm:pt>
    <dgm:pt modelId="{2882CB5C-4872-4155-A452-1F0764EDB8A7}" type="pres">
      <dgm:prSet presAssocID="{21735812-8448-4713-B124-5DCAAB5D2DB0}" presName="compNode" presStyleCnt="0"/>
      <dgm:spPr/>
    </dgm:pt>
    <dgm:pt modelId="{8D84896A-E6F9-47EE-9DFD-B7E698DFBAD5}" type="pres">
      <dgm:prSet presAssocID="{21735812-8448-4713-B124-5DCAAB5D2DB0}" presName="bgRect" presStyleLbl="bgShp" presStyleIdx="2" presStyleCnt="3"/>
      <dgm:spPr/>
    </dgm:pt>
    <dgm:pt modelId="{EBA5E9DB-4340-428C-8DF7-B6B98D3E6D23}" type="pres">
      <dgm:prSet presAssocID="{21735812-8448-4713-B124-5DCAAB5D2D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şliler"/>
        </a:ext>
      </dgm:extLst>
    </dgm:pt>
    <dgm:pt modelId="{FB7B0223-CF25-453D-B81E-EB541B5812F8}" type="pres">
      <dgm:prSet presAssocID="{21735812-8448-4713-B124-5DCAAB5D2DB0}" presName="spaceRect" presStyleCnt="0"/>
      <dgm:spPr/>
    </dgm:pt>
    <dgm:pt modelId="{EFC52FF5-BA87-46D8-969C-AF762971D943}" type="pres">
      <dgm:prSet presAssocID="{21735812-8448-4713-B124-5DCAAB5D2D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87E7818-3A56-47FA-B117-38DD46B15383}" type="presOf" srcId="{C371AF5F-77F0-47B1-A149-66F11861A8A6}" destId="{D400C242-371E-41F3-A67C-473486FC9F39}" srcOrd="0" destOrd="0" presId="urn:microsoft.com/office/officeart/2018/2/layout/IconVerticalSolidList"/>
    <dgm:cxn modelId="{8F73D78F-70A3-4AAF-A60F-FEBD840DA828}" type="presOf" srcId="{90E8CC52-EC8D-4B30-BBE9-734745F4ECE7}" destId="{ABF436CA-F18F-4366-BA18-18747A7FDA32}" srcOrd="0" destOrd="0" presId="urn:microsoft.com/office/officeart/2018/2/layout/IconVerticalSolidList"/>
    <dgm:cxn modelId="{CE600A90-E391-4778-9A53-27C2E2EA69E9}" srcId="{9E18E0F6-0A6C-45EA-89C6-C5246D699280}" destId="{C371AF5F-77F0-47B1-A149-66F11861A8A6}" srcOrd="1" destOrd="0" parTransId="{D0910DE1-E942-4F1D-BE6B-D65D3CF5D121}" sibTransId="{75920035-7469-478B-8532-FB5578D0928E}"/>
    <dgm:cxn modelId="{44C821A3-F339-496D-A29D-6EA4D9983F05}" type="presOf" srcId="{21735812-8448-4713-B124-5DCAAB5D2DB0}" destId="{EFC52FF5-BA87-46D8-969C-AF762971D943}" srcOrd="0" destOrd="0" presId="urn:microsoft.com/office/officeart/2018/2/layout/IconVerticalSolidList"/>
    <dgm:cxn modelId="{0A169FAE-C460-40B3-B828-E38BD578A735}" type="presOf" srcId="{9E18E0F6-0A6C-45EA-89C6-C5246D699280}" destId="{E8EE6F19-DD02-4ED8-A643-3700F34D711E}" srcOrd="0" destOrd="0" presId="urn:microsoft.com/office/officeart/2018/2/layout/IconVerticalSolidList"/>
    <dgm:cxn modelId="{030053C0-1567-4DF1-AE17-D36553E1EBFF}" srcId="{9E18E0F6-0A6C-45EA-89C6-C5246D699280}" destId="{21735812-8448-4713-B124-5DCAAB5D2DB0}" srcOrd="2" destOrd="0" parTransId="{3D0F3EB9-F821-4E88-AADD-A9DCCF5869EE}" sibTransId="{5920C06D-3D48-4120-8719-7200981C3270}"/>
    <dgm:cxn modelId="{5C565EFF-9760-4C82-8398-943C96AC479B}" srcId="{9E18E0F6-0A6C-45EA-89C6-C5246D699280}" destId="{90E8CC52-EC8D-4B30-BBE9-734745F4ECE7}" srcOrd="0" destOrd="0" parTransId="{AF95C728-77E3-456F-96F7-39D24191F856}" sibTransId="{EFB7040C-CC7B-4D31-B12E-437232177DB4}"/>
    <dgm:cxn modelId="{AD515DDE-3BDA-4AF7-8194-E26D7C3D3ECD}" type="presParOf" srcId="{E8EE6F19-DD02-4ED8-A643-3700F34D711E}" destId="{097EC788-0B3F-487E-8FD0-4A3F0E033C9D}" srcOrd="0" destOrd="0" presId="urn:microsoft.com/office/officeart/2018/2/layout/IconVerticalSolidList"/>
    <dgm:cxn modelId="{EA7DFE59-2EB9-4841-8E5D-0A775EBF8EE7}" type="presParOf" srcId="{097EC788-0B3F-487E-8FD0-4A3F0E033C9D}" destId="{8657130D-5DA9-4642-A6CE-AB0DD812C2F1}" srcOrd="0" destOrd="0" presId="urn:microsoft.com/office/officeart/2018/2/layout/IconVerticalSolidList"/>
    <dgm:cxn modelId="{A487DF7A-C37C-405D-B204-0C13A9BE17D8}" type="presParOf" srcId="{097EC788-0B3F-487E-8FD0-4A3F0E033C9D}" destId="{08450A23-7E89-46D8-B6EE-BB03AF870747}" srcOrd="1" destOrd="0" presId="urn:microsoft.com/office/officeart/2018/2/layout/IconVerticalSolidList"/>
    <dgm:cxn modelId="{794729CC-9068-4A65-9DAF-F8882D4D789B}" type="presParOf" srcId="{097EC788-0B3F-487E-8FD0-4A3F0E033C9D}" destId="{C300089D-8ACD-481C-95E7-14C81D75522A}" srcOrd="2" destOrd="0" presId="urn:microsoft.com/office/officeart/2018/2/layout/IconVerticalSolidList"/>
    <dgm:cxn modelId="{251372B9-FCDF-4686-AF0E-91C04F749F41}" type="presParOf" srcId="{097EC788-0B3F-487E-8FD0-4A3F0E033C9D}" destId="{ABF436CA-F18F-4366-BA18-18747A7FDA32}" srcOrd="3" destOrd="0" presId="urn:microsoft.com/office/officeart/2018/2/layout/IconVerticalSolidList"/>
    <dgm:cxn modelId="{8A9668F7-3079-45F5-9DAC-19F18FA9F6B7}" type="presParOf" srcId="{E8EE6F19-DD02-4ED8-A643-3700F34D711E}" destId="{A647D751-6093-4AD0-A723-19DF2AC8C0A8}" srcOrd="1" destOrd="0" presId="urn:microsoft.com/office/officeart/2018/2/layout/IconVerticalSolidList"/>
    <dgm:cxn modelId="{505BDAB0-07D3-41D8-9F33-F7CE51B02122}" type="presParOf" srcId="{E8EE6F19-DD02-4ED8-A643-3700F34D711E}" destId="{03E1217B-79F8-4A20-8D14-91642C86E1C2}" srcOrd="2" destOrd="0" presId="urn:microsoft.com/office/officeart/2018/2/layout/IconVerticalSolidList"/>
    <dgm:cxn modelId="{43BED95F-59D7-4351-A4CC-6DD4B4F00BDD}" type="presParOf" srcId="{03E1217B-79F8-4A20-8D14-91642C86E1C2}" destId="{F6FF09F4-BA83-4307-9D9A-1DF1AFE6C7DC}" srcOrd="0" destOrd="0" presId="urn:microsoft.com/office/officeart/2018/2/layout/IconVerticalSolidList"/>
    <dgm:cxn modelId="{FFD873B5-C41A-43D6-9996-D8E4B412658A}" type="presParOf" srcId="{03E1217B-79F8-4A20-8D14-91642C86E1C2}" destId="{64D8BAD1-F23D-4604-8EEC-58219BEE0BE2}" srcOrd="1" destOrd="0" presId="urn:microsoft.com/office/officeart/2018/2/layout/IconVerticalSolidList"/>
    <dgm:cxn modelId="{9746FDE8-D88E-458E-A93E-EA900EC8D46F}" type="presParOf" srcId="{03E1217B-79F8-4A20-8D14-91642C86E1C2}" destId="{BBDDE92E-5AD9-49F8-B36F-F8A014C5D50F}" srcOrd="2" destOrd="0" presId="urn:microsoft.com/office/officeart/2018/2/layout/IconVerticalSolidList"/>
    <dgm:cxn modelId="{5B760742-DEF9-4F15-867F-26141339598C}" type="presParOf" srcId="{03E1217B-79F8-4A20-8D14-91642C86E1C2}" destId="{D400C242-371E-41F3-A67C-473486FC9F39}" srcOrd="3" destOrd="0" presId="urn:microsoft.com/office/officeart/2018/2/layout/IconVerticalSolidList"/>
    <dgm:cxn modelId="{E567717B-4FB5-411B-AF0B-854069423221}" type="presParOf" srcId="{E8EE6F19-DD02-4ED8-A643-3700F34D711E}" destId="{06F85700-772D-4789-92B1-FBCBA0D9DE73}" srcOrd="3" destOrd="0" presId="urn:microsoft.com/office/officeart/2018/2/layout/IconVerticalSolidList"/>
    <dgm:cxn modelId="{A0B38FB3-C84A-4EAC-9042-54664112298A}" type="presParOf" srcId="{E8EE6F19-DD02-4ED8-A643-3700F34D711E}" destId="{2882CB5C-4872-4155-A452-1F0764EDB8A7}" srcOrd="4" destOrd="0" presId="urn:microsoft.com/office/officeart/2018/2/layout/IconVerticalSolidList"/>
    <dgm:cxn modelId="{7C768ADA-BE02-4400-967A-A3A5A6020E23}" type="presParOf" srcId="{2882CB5C-4872-4155-A452-1F0764EDB8A7}" destId="{8D84896A-E6F9-47EE-9DFD-B7E698DFBAD5}" srcOrd="0" destOrd="0" presId="urn:microsoft.com/office/officeart/2018/2/layout/IconVerticalSolidList"/>
    <dgm:cxn modelId="{728A0055-1F53-4303-950D-1B3C394771EE}" type="presParOf" srcId="{2882CB5C-4872-4155-A452-1F0764EDB8A7}" destId="{EBA5E9DB-4340-428C-8DF7-B6B98D3E6D23}" srcOrd="1" destOrd="0" presId="urn:microsoft.com/office/officeart/2018/2/layout/IconVerticalSolidList"/>
    <dgm:cxn modelId="{D28C8922-49C0-4B73-998F-E32664BAB127}" type="presParOf" srcId="{2882CB5C-4872-4155-A452-1F0764EDB8A7}" destId="{FB7B0223-CF25-453D-B81E-EB541B5812F8}" srcOrd="2" destOrd="0" presId="urn:microsoft.com/office/officeart/2018/2/layout/IconVerticalSolidList"/>
    <dgm:cxn modelId="{56AB980B-BA6B-4863-9B25-57511FCA56C8}" type="presParOf" srcId="{2882CB5C-4872-4155-A452-1F0764EDB8A7}" destId="{EFC52FF5-BA87-46D8-969C-AF762971D9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FF6B1B8-F686-47FA-8243-B9ACBE92F28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0AC36A-E72B-4EDF-AC8C-B2A3A3F46326}">
      <dgm:prSet/>
      <dgm:spPr/>
      <dgm:t>
        <a:bodyPr/>
        <a:lstStyle/>
        <a:p>
          <a:r>
            <a:rPr lang="tr-TR"/>
            <a:t>Tahmin edici yöntemler</a:t>
          </a:r>
          <a:endParaRPr lang="en-US"/>
        </a:p>
      </dgm:t>
    </dgm:pt>
    <dgm:pt modelId="{65A1945D-5898-427D-B05D-201E40D0D52B}" type="parTrans" cxnId="{B898085E-EC52-4FC8-B6AC-A3025EEABA8B}">
      <dgm:prSet/>
      <dgm:spPr/>
      <dgm:t>
        <a:bodyPr/>
        <a:lstStyle/>
        <a:p>
          <a:endParaRPr lang="en-US"/>
        </a:p>
      </dgm:t>
    </dgm:pt>
    <dgm:pt modelId="{FFD8BE3E-370C-43CB-99B8-DF46B63E9FA4}" type="sibTrans" cxnId="{B898085E-EC52-4FC8-B6AC-A3025EEABA8B}">
      <dgm:prSet/>
      <dgm:spPr/>
      <dgm:t>
        <a:bodyPr/>
        <a:lstStyle/>
        <a:p>
          <a:endParaRPr lang="en-US"/>
        </a:p>
      </dgm:t>
    </dgm:pt>
    <dgm:pt modelId="{18CDF814-E3EF-452D-8D3C-DF772FC50151}">
      <dgm:prSet/>
      <dgm:spPr/>
      <dgm:t>
        <a:bodyPr/>
        <a:lstStyle/>
        <a:p>
          <a:r>
            <a:rPr lang="tr-TR"/>
            <a:t>Tanımlayıcı yöntemler</a:t>
          </a:r>
          <a:endParaRPr lang="en-US"/>
        </a:p>
      </dgm:t>
    </dgm:pt>
    <dgm:pt modelId="{D1DFDEB1-100F-42F7-B7C4-AF045EAD411A}" type="parTrans" cxnId="{C18FD007-8268-454C-A020-339B458B3CD8}">
      <dgm:prSet/>
      <dgm:spPr/>
      <dgm:t>
        <a:bodyPr/>
        <a:lstStyle/>
        <a:p>
          <a:endParaRPr lang="en-US"/>
        </a:p>
      </dgm:t>
    </dgm:pt>
    <dgm:pt modelId="{828E3F37-8EFE-4CFD-9C1C-D59D933144E5}" type="sibTrans" cxnId="{C18FD007-8268-454C-A020-339B458B3CD8}">
      <dgm:prSet/>
      <dgm:spPr/>
      <dgm:t>
        <a:bodyPr/>
        <a:lstStyle/>
        <a:p>
          <a:endParaRPr lang="en-US"/>
        </a:p>
      </dgm:t>
    </dgm:pt>
    <dgm:pt modelId="{FFD745A4-8FDF-4DE5-9ABD-13F590D81076}">
      <dgm:prSet/>
      <dgm:spPr/>
      <dgm:t>
        <a:bodyPr/>
        <a:lstStyle/>
        <a:p>
          <a:r>
            <a:rPr lang="tr-TR"/>
            <a:t>Denetimli ve denetimsiz yaklaşımlar</a:t>
          </a:r>
          <a:endParaRPr lang="en-US"/>
        </a:p>
      </dgm:t>
    </dgm:pt>
    <dgm:pt modelId="{ADF3B0F7-4794-4074-B635-7760395C6DBA}" type="parTrans" cxnId="{C879BDF9-5E79-4E05-8438-017B7DC7429A}">
      <dgm:prSet/>
      <dgm:spPr/>
      <dgm:t>
        <a:bodyPr/>
        <a:lstStyle/>
        <a:p>
          <a:endParaRPr lang="en-US"/>
        </a:p>
      </dgm:t>
    </dgm:pt>
    <dgm:pt modelId="{95276E31-52B9-4164-99C6-ECC9ADFDAAD7}" type="sibTrans" cxnId="{C879BDF9-5E79-4E05-8438-017B7DC7429A}">
      <dgm:prSet/>
      <dgm:spPr/>
      <dgm:t>
        <a:bodyPr/>
        <a:lstStyle/>
        <a:p>
          <a:endParaRPr lang="en-US"/>
        </a:p>
      </dgm:t>
    </dgm:pt>
    <dgm:pt modelId="{1D9747E6-7BDE-364A-BA41-2B2101A8555A}" type="pres">
      <dgm:prSet presAssocID="{5FF6B1B8-F686-47FA-8243-B9ACBE92F2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950FF3-6E80-F94E-8C66-8907521FDFF2}" type="pres">
      <dgm:prSet presAssocID="{0A0AC36A-E72B-4EDF-AC8C-B2A3A3F46326}" presName="hierRoot1" presStyleCnt="0"/>
      <dgm:spPr/>
    </dgm:pt>
    <dgm:pt modelId="{B9568752-9DF4-A946-97BB-32A0E77E16CD}" type="pres">
      <dgm:prSet presAssocID="{0A0AC36A-E72B-4EDF-AC8C-B2A3A3F46326}" presName="composite" presStyleCnt="0"/>
      <dgm:spPr/>
    </dgm:pt>
    <dgm:pt modelId="{6117BF61-2337-DA48-80B8-E4C15A0A394B}" type="pres">
      <dgm:prSet presAssocID="{0A0AC36A-E72B-4EDF-AC8C-B2A3A3F46326}" presName="background" presStyleLbl="node0" presStyleIdx="0" presStyleCnt="3"/>
      <dgm:spPr/>
    </dgm:pt>
    <dgm:pt modelId="{97284B4F-DED6-D04E-9C40-98FC603D9482}" type="pres">
      <dgm:prSet presAssocID="{0A0AC36A-E72B-4EDF-AC8C-B2A3A3F46326}" presName="text" presStyleLbl="fgAcc0" presStyleIdx="0" presStyleCnt="3">
        <dgm:presLayoutVars>
          <dgm:chPref val="3"/>
        </dgm:presLayoutVars>
      </dgm:prSet>
      <dgm:spPr/>
    </dgm:pt>
    <dgm:pt modelId="{6BA2C7C6-8951-E445-A9F7-2CFC30D400E8}" type="pres">
      <dgm:prSet presAssocID="{0A0AC36A-E72B-4EDF-AC8C-B2A3A3F46326}" presName="hierChild2" presStyleCnt="0"/>
      <dgm:spPr/>
    </dgm:pt>
    <dgm:pt modelId="{1A60B542-55D4-7A4B-AAB3-976530DB1920}" type="pres">
      <dgm:prSet presAssocID="{18CDF814-E3EF-452D-8D3C-DF772FC50151}" presName="hierRoot1" presStyleCnt="0"/>
      <dgm:spPr/>
    </dgm:pt>
    <dgm:pt modelId="{9FB047A3-F0BB-CE4C-B712-4F5DB6294981}" type="pres">
      <dgm:prSet presAssocID="{18CDF814-E3EF-452D-8D3C-DF772FC50151}" presName="composite" presStyleCnt="0"/>
      <dgm:spPr/>
    </dgm:pt>
    <dgm:pt modelId="{F160A25A-3869-8C4B-9CEF-46D7AE886E22}" type="pres">
      <dgm:prSet presAssocID="{18CDF814-E3EF-452D-8D3C-DF772FC50151}" presName="background" presStyleLbl="node0" presStyleIdx="1" presStyleCnt="3"/>
      <dgm:spPr/>
    </dgm:pt>
    <dgm:pt modelId="{80D7D11F-BED5-4D4A-BA7B-C50EE322DA41}" type="pres">
      <dgm:prSet presAssocID="{18CDF814-E3EF-452D-8D3C-DF772FC50151}" presName="text" presStyleLbl="fgAcc0" presStyleIdx="1" presStyleCnt="3">
        <dgm:presLayoutVars>
          <dgm:chPref val="3"/>
        </dgm:presLayoutVars>
      </dgm:prSet>
      <dgm:spPr/>
    </dgm:pt>
    <dgm:pt modelId="{B7B906C2-7730-3D44-B146-1BF696928AD3}" type="pres">
      <dgm:prSet presAssocID="{18CDF814-E3EF-452D-8D3C-DF772FC50151}" presName="hierChild2" presStyleCnt="0"/>
      <dgm:spPr/>
    </dgm:pt>
    <dgm:pt modelId="{2E06DC47-B7A7-9241-A728-3D80913759B5}" type="pres">
      <dgm:prSet presAssocID="{FFD745A4-8FDF-4DE5-9ABD-13F590D81076}" presName="hierRoot1" presStyleCnt="0"/>
      <dgm:spPr/>
    </dgm:pt>
    <dgm:pt modelId="{DE2CA5E1-9AE6-1A40-9E93-13F288FB30A1}" type="pres">
      <dgm:prSet presAssocID="{FFD745A4-8FDF-4DE5-9ABD-13F590D81076}" presName="composite" presStyleCnt="0"/>
      <dgm:spPr/>
    </dgm:pt>
    <dgm:pt modelId="{F7EDB87F-66B9-B241-955E-0E857A6E191A}" type="pres">
      <dgm:prSet presAssocID="{FFD745A4-8FDF-4DE5-9ABD-13F590D81076}" presName="background" presStyleLbl="node0" presStyleIdx="2" presStyleCnt="3"/>
      <dgm:spPr/>
    </dgm:pt>
    <dgm:pt modelId="{AF9D9080-42AA-D946-877D-06F3905C0280}" type="pres">
      <dgm:prSet presAssocID="{FFD745A4-8FDF-4DE5-9ABD-13F590D81076}" presName="text" presStyleLbl="fgAcc0" presStyleIdx="2" presStyleCnt="3">
        <dgm:presLayoutVars>
          <dgm:chPref val="3"/>
        </dgm:presLayoutVars>
      </dgm:prSet>
      <dgm:spPr/>
    </dgm:pt>
    <dgm:pt modelId="{F22E8425-5ED8-0142-B678-7FBDD216C647}" type="pres">
      <dgm:prSet presAssocID="{FFD745A4-8FDF-4DE5-9ABD-13F590D81076}" presName="hierChild2" presStyleCnt="0"/>
      <dgm:spPr/>
    </dgm:pt>
  </dgm:ptLst>
  <dgm:cxnLst>
    <dgm:cxn modelId="{C18FD007-8268-454C-A020-339B458B3CD8}" srcId="{5FF6B1B8-F686-47FA-8243-B9ACBE92F281}" destId="{18CDF814-E3EF-452D-8D3C-DF772FC50151}" srcOrd="1" destOrd="0" parTransId="{D1DFDEB1-100F-42F7-B7C4-AF045EAD411A}" sibTransId="{828E3F37-8EFE-4CFD-9C1C-D59D933144E5}"/>
    <dgm:cxn modelId="{BB742708-DB60-5547-968A-0E39A822A29B}" type="presOf" srcId="{0A0AC36A-E72B-4EDF-AC8C-B2A3A3F46326}" destId="{97284B4F-DED6-D04E-9C40-98FC603D9482}" srcOrd="0" destOrd="0" presId="urn:microsoft.com/office/officeart/2005/8/layout/hierarchy1"/>
    <dgm:cxn modelId="{AE3E450B-B620-0642-8575-4B8EBD4A0629}" type="presOf" srcId="{FFD745A4-8FDF-4DE5-9ABD-13F590D81076}" destId="{AF9D9080-42AA-D946-877D-06F3905C0280}" srcOrd="0" destOrd="0" presId="urn:microsoft.com/office/officeart/2005/8/layout/hierarchy1"/>
    <dgm:cxn modelId="{B898085E-EC52-4FC8-B6AC-A3025EEABA8B}" srcId="{5FF6B1B8-F686-47FA-8243-B9ACBE92F281}" destId="{0A0AC36A-E72B-4EDF-AC8C-B2A3A3F46326}" srcOrd="0" destOrd="0" parTransId="{65A1945D-5898-427D-B05D-201E40D0D52B}" sibTransId="{FFD8BE3E-370C-43CB-99B8-DF46B63E9FA4}"/>
    <dgm:cxn modelId="{5D96396D-E678-6341-A43B-60F96081DB1F}" type="presOf" srcId="{5FF6B1B8-F686-47FA-8243-B9ACBE92F281}" destId="{1D9747E6-7BDE-364A-BA41-2B2101A8555A}" srcOrd="0" destOrd="0" presId="urn:microsoft.com/office/officeart/2005/8/layout/hierarchy1"/>
    <dgm:cxn modelId="{628CA4BC-4AB7-3F49-8CE0-8F788B636659}" type="presOf" srcId="{18CDF814-E3EF-452D-8D3C-DF772FC50151}" destId="{80D7D11F-BED5-4D4A-BA7B-C50EE322DA41}" srcOrd="0" destOrd="0" presId="urn:microsoft.com/office/officeart/2005/8/layout/hierarchy1"/>
    <dgm:cxn modelId="{C879BDF9-5E79-4E05-8438-017B7DC7429A}" srcId="{5FF6B1B8-F686-47FA-8243-B9ACBE92F281}" destId="{FFD745A4-8FDF-4DE5-9ABD-13F590D81076}" srcOrd="2" destOrd="0" parTransId="{ADF3B0F7-4794-4074-B635-7760395C6DBA}" sibTransId="{95276E31-52B9-4164-99C6-ECC9ADFDAAD7}"/>
    <dgm:cxn modelId="{BFE64A84-842F-F745-B606-97DBEA838AEF}" type="presParOf" srcId="{1D9747E6-7BDE-364A-BA41-2B2101A8555A}" destId="{88950FF3-6E80-F94E-8C66-8907521FDFF2}" srcOrd="0" destOrd="0" presId="urn:microsoft.com/office/officeart/2005/8/layout/hierarchy1"/>
    <dgm:cxn modelId="{DD3016B4-7003-834E-A631-B38D67BD8FE1}" type="presParOf" srcId="{88950FF3-6E80-F94E-8C66-8907521FDFF2}" destId="{B9568752-9DF4-A946-97BB-32A0E77E16CD}" srcOrd="0" destOrd="0" presId="urn:microsoft.com/office/officeart/2005/8/layout/hierarchy1"/>
    <dgm:cxn modelId="{30B24F08-33CA-AD4B-BBF2-5D50E6B19D23}" type="presParOf" srcId="{B9568752-9DF4-A946-97BB-32A0E77E16CD}" destId="{6117BF61-2337-DA48-80B8-E4C15A0A394B}" srcOrd="0" destOrd="0" presId="urn:microsoft.com/office/officeart/2005/8/layout/hierarchy1"/>
    <dgm:cxn modelId="{3F59F122-4067-CB4E-BAE0-69CF33439A78}" type="presParOf" srcId="{B9568752-9DF4-A946-97BB-32A0E77E16CD}" destId="{97284B4F-DED6-D04E-9C40-98FC603D9482}" srcOrd="1" destOrd="0" presId="urn:microsoft.com/office/officeart/2005/8/layout/hierarchy1"/>
    <dgm:cxn modelId="{0DD446DB-413B-9A4E-90B4-320F21FEFB07}" type="presParOf" srcId="{88950FF3-6E80-F94E-8C66-8907521FDFF2}" destId="{6BA2C7C6-8951-E445-A9F7-2CFC30D400E8}" srcOrd="1" destOrd="0" presId="urn:microsoft.com/office/officeart/2005/8/layout/hierarchy1"/>
    <dgm:cxn modelId="{098A4E05-E85A-B140-AC8E-9D20ABECC78D}" type="presParOf" srcId="{1D9747E6-7BDE-364A-BA41-2B2101A8555A}" destId="{1A60B542-55D4-7A4B-AAB3-976530DB1920}" srcOrd="1" destOrd="0" presId="urn:microsoft.com/office/officeart/2005/8/layout/hierarchy1"/>
    <dgm:cxn modelId="{29E08F15-78D3-EA4D-AC47-F8CEA16D2FF7}" type="presParOf" srcId="{1A60B542-55D4-7A4B-AAB3-976530DB1920}" destId="{9FB047A3-F0BB-CE4C-B712-4F5DB6294981}" srcOrd="0" destOrd="0" presId="urn:microsoft.com/office/officeart/2005/8/layout/hierarchy1"/>
    <dgm:cxn modelId="{0EC427EE-37F1-6145-9038-151DEB380082}" type="presParOf" srcId="{9FB047A3-F0BB-CE4C-B712-4F5DB6294981}" destId="{F160A25A-3869-8C4B-9CEF-46D7AE886E22}" srcOrd="0" destOrd="0" presId="urn:microsoft.com/office/officeart/2005/8/layout/hierarchy1"/>
    <dgm:cxn modelId="{B0958F08-806A-C64B-9DDC-D0C3D6D1E12E}" type="presParOf" srcId="{9FB047A3-F0BB-CE4C-B712-4F5DB6294981}" destId="{80D7D11F-BED5-4D4A-BA7B-C50EE322DA41}" srcOrd="1" destOrd="0" presId="urn:microsoft.com/office/officeart/2005/8/layout/hierarchy1"/>
    <dgm:cxn modelId="{458791C3-27FF-6349-8A02-691DCBB2DD31}" type="presParOf" srcId="{1A60B542-55D4-7A4B-AAB3-976530DB1920}" destId="{B7B906C2-7730-3D44-B146-1BF696928AD3}" srcOrd="1" destOrd="0" presId="urn:microsoft.com/office/officeart/2005/8/layout/hierarchy1"/>
    <dgm:cxn modelId="{653ECBB4-3C17-FD4C-87C9-CC0981FAE851}" type="presParOf" srcId="{1D9747E6-7BDE-364A-BA41-2B2101A8555A}" destId="{2E06DC47-B7A7-9241-A728-3D80913759B5}" srcOrd="2" destOrd="0" presId="urn:microsoft.com/office/officeart/2005/8/layout/hierarchy1"/>
    <dgm:cxn modelId="{5FDCEF03-0485-B845-B6D9-CA86CEC49A47}" type="presParOf" srcId="{2E06DC47-B7A7-9241-A728-3D80913759B5}" destId="{DE2CA5E1-9AE6-1A40-9E93-13F288FB30A1}" srcOrd="0" destOrd="0" presId="urn:microsoft.com/office/officeart/2005/8/layout/hierarchy1"/>
    <dgm:cxn modelId="{471021AF-CB20-934B-8E05-FF37D0862138}" type="presParOf" srcId="{DE2CA5E1-9AE6-1A40-9E93-13F288FB30A1}" destId="{F7EDB87F-66B9-B241-955E-0E857A6E191A}" srcOrd="0" destOrd="0" presId="urn:microsoft.com/office/officeart/2005/8/layout/hierarchy1"/>
    <dgm:cxn modelId="{CC9BB896-52D3-284D-BB11-596AD5F0BCB1}" type="presParOf" srcId="{DE2CA5E1-9AE6-1A40-9E93-13F288FB30A1}" destId="{AF9D9080-42AA-D946-877D-06F3905C0280}" srcOrd="1" destOrd="0" presId="urn:microsoft.com/office/officeart/2005/8/layout/hierarchy1"/>
    <dgm:cxn modelId="{83A13197-DA55-B247-A872-81E0EDF13C77}" type="presParOf" srcId="{2E06DC47-B7A7-9241-A728-3D80913759B5}" destId="{F22E8425-5ED8-0142-B678-7FBDD216C6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D38A475-E302-4EEA-A086-56EE321A14B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AA0BA1-7680-47E3-B9BE-FEAE17403F5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Verinin yapısını ortaya koyar</a:t>
          </a:r>
          <a:endParaRPr lang="en-US"/>
        </a:p>
      </dgm:t>
    </dgm:pt>
    <dgm:pt modelId="{21A723DF-E621-4F7A-9E0C-9DAAE459349D}" type="parTrans" cxnId="{35EEBDA6-4EFE-4228-9550-76EC40385AD8}">
      <dgm:prSet/>
      <dgm:spPr/>
      <dgm:t>
        <a:bodyPr/>
        <a:lstStyle/>
        <a:p>
          <a:endParaRPr lang="en-US"/>
        </a:p>
      </dgm:t>
    </dgm:pt>
    <dgm:pt modelId="{6714BF0A-570D-43E8-883C-A1C0ACAE4777}" type="sibTrans" cxnId="{35EEBDA6-4EFE-4228-9550-76EC40385AD8}">
      <dgm:prSet/>
      <dgm:spPr/>
      <dgm:t>
        <a:bodyPr/>
        <a:lstStyle/>
        <a:p>
          <a:endParaRPr lang="en-US"/>
        </a:p>
      </dgm:t>
    </dgm:pt>
    <dgm:pt modelId="{F0767730-534B-4B97-987B-16E33C92F3F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Örüntü ve ilişkileri keşfeder</a:t>
          </a:r>
          <a:endParaRPr lang="en-US"/>
        </a:p>
      </dgm:t>
    </dgm:pt>
    <dgm:pt modelId="{1E90F122-86A9-4B06-8451-63362666F4D4}" type="parTrans" cxnId="{9B2E1A13-7BD3-4FF9-9794-C7314CB0F2E4}">
      <dgm:prSet/>
      <dgm:spPr/>
      <dgm:t>
        <a:bodyPr/>
        <a:lstStyle/>
        <a:p>
          <a:endParaRPr lang="en-US"/>
        </a:p>
      </dgm:t>
    </dgm:pt>
    <dgm:pt modelId="{2CBDDC22-2935-4387-92B0-E43655742D2D}" type="sibTrans" cxnId="{9B2E1A13-7BD3-4FF9-9794-C7314CB0F2E4}">
      <dgm:prSet/>
      <dgm:spPr/>
      <dgm:t>
        <a:bodyPr/>
        <a:lstStyle/>
        <a:p>
          <a:endParaRPr lang="en-US"/>
        </a:p>
      </dgm:t>
    </dgm:pt>
    <dgm:pt modelId="{C32F8202-26A2-4FD5-BFDD-D2B344F64B2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Kümeleme ve birliktelik kuralları örnektir</a:t>
          </a:r>
          <a:endParaRPr lang="en-US"/>
        </a:p>
      </dgm:t>
    </dgm:pt>
    <dgm:pt modelId="{2FAD9839-117E-43E7-8A19-0740F18B8713}" type="parTrans" cxnId="{9F9E1463-32D4-49AE-A7EC-323722219FD2}">
      <dgm:prSet/>
      <dgm:spPr/>
      <dgm:t>
        <a:bodyPr/>
        <a:lstStyle/>
        <a:p>
          <a:endParaRPr lang="en-US"/>
        </a:p>
      </dgm:t>
    </dgm:pt>
    <dgm:pt modelId="{A9D0EDD9-AD88-4F11-AE91-1693A251CE38}" type="sibTrans" cxnId="{9F9E1463-32D4-49AE-A7EC-323722219FD2}">
      <dgm:prSet/>
      <dgm:spPr/>
      <dgm:t>
        <a:bodyPr/>
        <a:lstStyle/>
        <a:p>
          <a:endParaRPr lang="en-US"/>
        </a:p>
      </dgm:t>
    </dgm:pt>
    <dgm:pt modelId="{D48D92DD-5257-4EC6-8078-630EDD452C75}" type="pres">
      <dgm:prSet presAssocID="{0D38A475-E302-4EEA-A086-56EE321A14BE}" presName="root" presStyleCnt="0">
        <dgm:presLayoutVars>
          <dgm:dir/>
          <dgm:resizeHandles val="exact"/>
        </dgm:presLayoutVars>
      </dgm:prSet>
      <dgm:spPr/>
    </dgm:pt>
    <dgm:pt modelId="{2287B2A6-E24C-4E6E-8282-AB04D39EE724}" type="pres">
      <dgm:prSet presAssocID="{BEAA0BA1-7680-47E3-B9BE-FEAE17403F5F}" presName="compNode" presStyleCnt="0"/>
      <dgm:spPr/>
    </dgm:pt>
    <dgm:pt modelId="{5606F0AD-C2F9-4F1E-A96B-2FE58031C5B1}" type="pres">
      <dgm:prSet presAssocID="{BEAA0BA1-7680-47E3-B9BE-FEAE17403F5F}" presName="bgRect" presStyleLbl="bgShp" presStyleIdx="0" presStyleCnt="3"/>
      <dgm:spPr/>
    </dgm:pt>
    <dgm:pt modelId="{CF7F79C5-1B3B-4CC5-8F50-C70E78E486A0}" type="pres">
      <dgm:prSet presAssocID="{BEAA0BA1-7680-47E3-B9BE-FEAE17403F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8ADE580-4A2D-4A23-A3CC-1764D2880A16}" type="pres">
      <dgm:prSet presAssocID="{BEAA0BA1-7680-47E3-B9BE-FEAE17403F5F}" presName="spaceRect" presStyleCnt="0"/>
      <dgm:spPr/>
    </dgm:pt>
    <dgm:pt modelId="{DB7F47C0-A24F-42D8-A894-FA1EA0629974}" type="pres">
      <dgm:prSet presAssocID="{BEAA0BA1-7680-47E3-B9BE-FEAE17403F5F}" presName="parTx" presStyleLbl="revTx" presStyleIdx="0" presStyleCnt="3">
        <dgm:presLayoutVars>
          <dgm:chMax val="0"/>
          <dgm:chPref val="0"/>
        </dgm:presLayoutVars>
      </dgm:prSet>
      <dgm:spPr/>
    </dgm:pt>
    <dgm:pt modelId="{4590E023-C404-420C-B78F-29A087A7E513}" type="pres">
      <dgm:prSet presAssocID="{6714BF0A-570D-43E8-883C-A1C0ACAE4777}" presName="sibTrans" presStyleCnt="0"/>
      <dgm:spPr/>
    </dgm:pt>
    <dgm:pt modelId="{044876F9-325E-4BDB-811D-E2EC4B49FE56}" type="pres">
      <dgm:prSet presAssocID="{F0767730-534B-4B97-987B-16E33C92F3F0}" presName="compNode" presStyleCnt="0"/>
      <dgm:spPr/>
    </dgm:pt>
    <dgm:pt modelId="{CFA0908A-6901-46D5-9450-1B4FB97C211D}" type="pres">
      <dgm:prSet presAssocID="{F0767730-534B-4B97-987B-16E33C92F3F0}" presName="bgRect" presStyleLbl="bgShp" presStyleIdx="1" presStyleCnt="3"/>
      <dgm:spPr/>
    </dgm:pt>
    <dgm:pt modelId="{B49F1EDD-6A4C-48EC-A68F-6F8C9C4A2A1D}" type="pres">
      <dgm:prSet presAssocID="{F0767730-534B-4B97-987B-16E33C92F3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kalaşma"/>
        </a:ext>
      </dgm:extLst>
    </dgm:pt>
    <dgm:pt modelId="{2F96976A-9800-4762-881B-88BE051F9856}" type="pres">
      <dgm:prSet presAssocID="{F0767730-534B-4B97-987B-16E33C92F3F0}" presName="spaceRect" presStyleCnt="0"/>
      <dgm:spPr/>
    </dgm:pt>
    <dgm:pt modelId="{CC7F66B5-0D76-41DE-9F65-7E888CE37265}" type="pres">
      <dgm:prSet presAssocID="{F0767730-534B-4B97-987B-16E33C92F3F0}" presName="parTx" presStyleLbl="revTx" presStyleIdx="1" presStyleCnt="3">
        <dgm:presLayoutVars>
          <dgm:chMax val="0"/>
          <dgm:chPref val="0"/>
        </dgm:presLayoutVars>
      </dgm:prSet>
      <dgm:spPr/>
    </dgm:pt>
    <dgm:pt modelId="{1485D639-FA3C-4A70-BAF4-D6E6F3AC0F18}" type="pres">
      <dgm:prSet presAssocID="{2CBDDC22-2935-4387-92B0-E43655742D2D}" presName="sibTrans" presStyleCnt="0"/>
      <dgm:spPr/>
    </dgm:pt>
    <dgm:pt modelId="{5D036009-CEFE-402C-83AF-2554C01C28B4}" type="pres">
      <dgm:prSet presAssocID="{C32F8202-26A2-4FD5-BFDD-D2B344F64B2C}" presName="compNode" presStyleCnt="0"/>
      <dgm:spPr/>
    </dgm:pt>
    <dgm:pt modelId="{CDFA8E5E-EC27-42B7-80F3-D2AFE828E264}" type="pres">
      <dgm:prSet presAssocID="{C32F8202-26A2-4FD5-BFDD-D2B344F64B2C}" presName="bgRect" presStyleLbl="bgShp" presStyleIdx="2" presStyleCnt="3"/>
      <dgm:spPr/>
    </dgm:pt>
    <dgm:pt modelId="{B62D0DB7-574A-40B4-9B9D-907B1B5BAA2C}" type="pres">
      <dgm:prSet presAssocID="{C32F8202-26A2-4FD5-BFDD-D2B344F64B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 listesi"/>
        </a:ext>
      </dgm:extLst>
    </dgm:pt>
    <dgm:pt modelId="{3F64BC1A-168D-49A2-BB8A-7E28F8CA8D1C}" type="pres">
      <dgm:prSet presAssocID="{C32F8202-26A2-4FD5-BFDD-D2B344F64B2C}" presName="spaceRect" presStyleCnt="0"/>
      <dgm:spPr/>
    </dgm:pt>
    <dgm:pt modelId="{7E2DB9E1-5941-4608-B4BF-7FB5528D97F8}" type="pres">
      <dgm:prSet presAssocID="{C32F8202-26A2-4FD5-BFDD-D2B344F64B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B2E1A13-7BD3-4FF9-9794-C7314CB0F2E4}" srcId="{0D38A475-E302-4EEA-A086-56EE321A14BE}" destId="{F0767730-534B-4B97-987B-16E33C92F3F0}" srcOrd="1" destOrd="0" parTransId="{1E90F122-86A9-4B06-8451-63362666F4D4}" sibTransId="{2CBDDC22-2935-4387-92B0-E43655742D2D}"/>
    <dgm:cxn modelId="{2399591D-87FB-412F-AB7A-0C23FC40B039}" type="presOf" srcId="{BEAA0BA1-7680-47E3-B9BE-FEAE17403F5F}" destId="{DB7F47C0-A24F-42D8-A894-FA1EA0629974}" srcOrd="0" destOrd="0" presId="urn:microsoft.com/office/officeart/2018/2/layout/IconVerticalSolidList"/>
    <dgm:cxn modelId="{B535CF5D-A047-4B5A-AE0F-9C16FB3E97AE}" type="presOf" srcId="{0D38A475-E302-4EEA-A086-56EE321A14BE}" destId="{D48D92DD-5257-4EC6-8078-630EDD452C75}" srcOrd="0" destOrd="0" presId="urn:microsoft.com/office/officeart/2018/2/layout/IconVerticalSolidList"/>
    <dgm:cxn modelId="{9F9E1463-32D4-49AE-A7EC-323722219FD2}" srcId="{0D38A475-E302-4EEA-A086-56EE321A14BE}" destId="{C32F8202-26A2-4FD5-BFDD-D2B344F64B2C}" srcOrd="2" destOrd="0" parTransId="{2FAD9839-117E-43E7-8A19-0740F18B8713}" sibTransId="{A9D0EDD9-AD88-4F11-AE91-1693A251CE38}"/>
    <dgm:cxn modelId="{74CE226E-4B8C-42A4-AE0D-DCE2F5749F03}" type="presOf" srcId="{F0767730-534B-4B97-987B-16E33C92F3F0}" destId="{CC7F66B5-0D76-41DE-9F65-7E888CE37265}" srcOrd="0" destOrd="0" presId="urn:microsoft.com/office/officeart/2018/2/layout/IconVerticalSolidList"/>
    <dgm:cxn modelId="{A5AE4971-CB04-4759-BEF5-0C22EED5FEEB}" type="presOf" srcId="{C32F8202-26A2-4FD5-BFDD-D2B344F64B2C}" destId="{7E2DB9E1-5941-4608-B4BF-7FB5528D97F8}" srcOrd="0" destOrd="0" presId="urn:microsoft.com/office/officeart/2018/2/layout/IconVerticalSolidList"/>
    <dgm:cxn modelId="{35EEBDA6-4EFE-4228-9550-76EC40385AD8}" srcId="{0D38A475-E302-4EEA-A086-56EE321A14BE}" destId="{BEAA0BA1-7680-47E3-B9BE-FEAE17403F5F}" srcOrd="0" destOrd="0" parTransId="{21A723DF-E621-4F7A-9E0C-9DAAE459349D}" sibTransId="{6714BF0A-570D-43E8-883C-A1C0ACAE4777}"/>
    <dgm:cxn modelId="{2F51E405-6EAB-4546-8973-94E2778E4C4A}" type="presParOf" srcId="{D48D92DD-5257-4EC6-8078-630EDD452C75}" destId="{2287B2A6-E24C-4E6E-8282-AB04D39EE724}" srcOrd="0" destOrd="0" presId="urn:microsoft.com/office/officeart/2018/2/layout/IconVerticalSolidList"/>
    <dgm:cxn modelId="{9C002DEB-929A-467F-B48D-6C7EAD264881}" type="presParOf" srcId="{2287B2A6-E24C-4E6E-8282-AB04D39EE724}" destId="{5606F0AD-C2F9-4F1E-A96B-2FE58031C5B1}" srcOrd="0" destOrd="0" presId="urn:microsoft.com/office/officeart/2018/2/layout/IconVerticalSolidList"/>
    <dgm:cxn modelId="{13D7520A-5104-4ECE-BE28-3E7BC7DFB5CB}" type="presParOf" srcId="{2287B2A6-E24C-4E6E-8282-AB04D39EE724}" destId="{CF7F79C5-1B3B-4CC5-8F50-C70E78E486A0}" srcOrd="1" destOrd="0" presId="urn:microsoft.com/office/officeart/2018/2/layout/IconVerticalSolidList"/>
    <dgm:cxn modelId="{9C6C346F-2A25-43BC-99D1-7C4CE88DA270}" type="presParOf" srcId="{2287B2A6-E24C-4E6E-8282-AB04D39EE724}" destId="{38ADE580-4A2D-4A23-A3CC-1764D2880A16}" srcOrd="2" destOrd="0" presId="urn:microsoft.com/office/officeart/2018/2/layout/IconVerticalSolidList"/>
    <dgm:cxn modelId="{E831D107-AAC0-428B-A5BA-FBE075387E9A}" type="presParOf" srcId="{2287B2A6-E24C-4E6E-8282-AB04D39EE724}" destId="{DB7F47C0-A24F-42D8-A894-FA1EA0629974}" srcOrd="3" destOrd="0" presId="urn:microsoft.com/office/officeart/2018/2/layout/IconVerticalSolidList"/>
    <dgm:cxn modelId="{8E3C6F4F-34CF-40E6-9295-FACF6518EB01}" type="presParOf" srcId="{D48D92DD-5257-4EC6-8078-630EDD452C75}" destId="{4590E023-C404-420C-B78F-29A087A7E513}" srcOrd="1" destOrd="0" presId="urn:microsoft.com/office/officeart/2018/2/layout/IconVerticalSolidList"/>
    <dgm:cxn modelId="{762BE14F-E538-4135-A34F-144206BED89A}" type="presParOf" srcId="{D48D92DD-5257-4EC6-8078-630EDD452C75}" destId="{044876F9-325E-4BDB-811D-E2EC4B49FE56}" srcOrd="2" destOrd="0" presId="urn:microsoft.com/office/officeart/2018/2/layout/IconVerticalSolidList"/>
    <dgm:cxn modelId="{640471B2-F10A-4957-B833-564411AD2B5B}" type="presParOf" srcId="{044876F9-325E-4BDB-811D-E2EC4B49FE56}" destId="{CFA0908A-6901-46D5-9450-1B4FB97C211D}" srcOrd="0" destOrd="0" presId="urn:microsoft.com/office/officeart/2018/2/layout/IconVerticalSolidList"/>
    <dgm:cxn modelId="{6C7DB201-E227-4DED-9423-E29BCC2B8C8A}" type="presParOf" srcId="{044876F9-325E-4BDB-811D-E2EC4B49FE56}" destId="{B49F1EDD-6A4C-48EC-A68F-6F8C9C4A2A1D}" srcOrd="1" destOrd="0" presId="urn:microsoft.com/office/officeart/2018/2/layout/IconVerticalSolidList"/>
    <dgm:cxn modelId="{97D77EFD-5356-4B2A-A2E8-F04C57953CA3}" type="presParOf" srcId="{044876F9-325E-4BDB-811D-E2EC4B49FE56}" destId="{2F96976A-9800-4762-881B-88BE051F9856}" srcOrd="2" destOrd="0" presId="urn:microsoft.com/office/officeart/2018/2/layout/IconVerticalSolidList"/>
    <dgm:cxn modelId="{B2F0D633-52C4-4668-A2C0-2F431B11B289}" type="presParOf" srcId="{044876F9-325E-4BDB-811D-E2EC4B49FE56}" destId="{CC7F66B5-0D76-41DE-9F65-7E888CE37265}" srcOrd="3" destOrd="0" presId="urn:microsoft.com/office/officeart/2018/2/layout/IconVerticalSolidList"/>
    <dgm:cxn modelId="{3C113BFE-78B8-422E-9E96-0B272292ED90}" type="presParOf" srcId="{D48D92DD-5257-4EC6-8078-630EDD452C75}" destId="{1485D639-FA3C-4A70-BAF4-D6E6F3AC0F18}" srcOrd="3" destOrd="0" presId="urn:microsoft.com/office/officeart/2018/2/layout/IconVerticalSolidList"/>
    <dgm:cxn modelId="{5605152D-08C6-42D4-A265-8DA1328BEDE9}" type="presParOf" srcId="{D48D92DD-5257-4EC6-8078-630EDD452C75}" destId="{5D036009-CEFE-402C-83AF-2554C01C28B4}" srcOrd="4" destOrd="0" presId="urn:microsoft.com/office/officeart/2018/2/layout/IconVerticalSolidList"/>
    <dgm:cxn modelId="{08361084-EAB3-41BD-B1D1-05D8255E61E0}" type="presParOf" srcId="{5D036009-CEFE-402C-83AF-2554C01C28B4}" destId="{CDFA8E5E-EC27-42B7-80F3-D2AFE828E264}" srcOrd="0" destOrd="0" presId="urn:microsoft.com/office/officeart/2018/2/layout/IconVerticalSolidList"/>
    <dgm:cxn modelId="{4DE8CEC2-F98E-4EC4-AF0D-0A88C5278370}" type="presParOf" srcId="{5D036009-CEFE-402C-83AF-2554C01C28B4}" destId="{B62D0DB7-574A-40B4-9B9D-907B1B5BAA2C}" srcOrd="1" destOrd="0" presId="urn:microsoft.com/office/officeart/2018/2/layout/IconVerticalSolidList"/>
    <dgm:cxn modelId="{07D6848C-278D-4CDA-AE51-47982F2663EA}" type="presParOf" srcId="{5D036009-CEFE-402C-83AF-2554C01C28B4}" destId="{3F64BC1A-168D-49A2-BB8A-7E28F8CA8D1C}" srcOrd="2" destOrd="0" presId="urn:microsoft.com/office/officeart/2018/2/layout/IconVerticalSolidList"/>
    <dgm:cxn modelId="{E6F4E222-6233-4B58-9F89-27E23922560E}" type="presParOf" srcId="{5D036009-CEFE-402C-83AF-2554C01C28B4}" destId="{7E2DB9E1-5941-4608-B4BF-7FB5528D97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6894E7B-E1E2-480E-B94D-2E9B40A4F0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C451F2A-E937-4A3E-A830-93B165CA3231}">
      <dgm:prSet/>
      <dgm:spPr/>
      <dgm:t>
        <a:bodyPr/>
        <a:lstStyle/>
        <a:p>
          <a:r>
            <a:rPr lang="tr-TR"/>
            <a:t>Hedef değişken kategoriktir</a:t>
          </a:r>
          <a:endParaRPr lang="en-US"/>
        </a:p>
      </dgm:t>
    </dgm:pt>
    <dgm:pt modelId="{1A5F32AC-9E24-4DBC-9B80-51F70D22FA5B}" type="parTrans" cxnId="{8E97514A-ABD3-4E3F-87DF-FBFC941FC361}">
      <dgm:prSet/>
      <dgm:spPr/>
      <dgm:t>
        <a:bodyPr/>
        <a:lstStyle/>
        <a:p>
          <a:endParaRPr lang="en-US"/>
        </a:p>
      </dgm:t>
    </dgm:pt>
    <dgm:pt modelId="{1522C258-E452-4639-9B0E-78F8811EF904}" type="sibTrans" cxnId="{8E97514A-ABD3-4E3F-87DF-FBFC941FC361}">
      <dgm:prSet/>
      <dgm:spPr/>
      <dgm:t>
        <a:bodyPr/>
        <a:lstStyle/>
        <a:p>
          <a:endParaRPr lang="en-US"/>
        </a:p>
      </dgm:t>
    </dgm:pt>
    <dgm:pt modelId="{44722792-872C-4D6A-B42F-782DB4C4A361}">
      <dgm:prSet/>
      <dgm:spPr/>
      <dgm:t>
        <a:bodyPr/>
        <a:lstStyle/>
        <a:p>
          <a:r>
            <a:rPr lang="tr-TR"/>
            <a:t>Etiketli veri kullanılır</a:t>
          </a:r>
          <a:endParaRPr lang="en-US"/>
        </a:p>
      </dgm:t>
    </dgm:pt>
    <dgm:pt modelId="{3BAF6853-9FA9-4025-8212-D9FDF669B549}" type="parTrans" cxnId="{73E6DDCD-1B84-4DA6-8986-8BB17F1540A0}">
      <dgm:prSet/>
      <dgm:spPr/>
      <dgm:t>
        <a:bodyPr/>
        <a:lstStyle/>
        <a:p>
          <a:endParaRPr lang="en-US"/>
        </a:p>
      </dgm:t>
    </dgm:pt>
    <dgm:pt modelId="{7C4FD45B-A4CE-43BE-B876-297A882F1261}" type="sibTrans" cxnId="{73E6DDCD-1B84-4DA6-8986-8BB17F1540A0}">
      <dgm:prSet/>
      <dgm:spPr/>
      <dgm:t>
        <a:bodyPr/>
        <a:lstStyle/>
        <a:p>
          <a:endParaRPr lang="en-US"/>
        </a:p>
      </dgm:t>
    </dgm:pt>
    <dgm:pt modelId="{5C5E5697-5BB5-4ECC-9B71-E2BB278ADC98}">
      <dgm:prSet/>
      <dgm:spPr/>
      <dgm:t>
        <a:bodyPr/>
        <a:lstStyle/>
        <a:p>
          <a:r>
            <a:rPr lang="tr-TR"/>
            <a:t>Örnek: kredi risk sınıfları</a:t>
          </a:r>
          <a:endParaRPr lang="en-US"/>
        </a:p>
      </dgm:t>
    </dgm:pt>
    <dgm:pt modelId="{74110D95-A4A4-4AA7-A4E1-45393D299A30}" type="parTrans" cxnId="{F55CB5A9-4582-418F-8848-5DFF340C5580}">
      <dgm:prSet/>
      <dgm:spPr/>
      <dgm:t>
        <a:bodyPr/>
        <a:lstStyle/>
        <a:p>
          <a:endParaRPr lang="en-US"/>
        </a:p>
      </dgm:t>
    </dgm:pt>
    <dgm:pt modelId="{95A9AA94-1CF1-47C5-932B-5153DCAE4DF4}" type="sibTrans" cxnId="{F55CB5A9-4582-418F-8848-5DFF340C5580}">
      <dgm:prSet/>
      <dgm:spPr/>
      <dgm:t>
        <a:bodyPr/>
        <a:lstStyle/>
        <a:p>
          <a:endParaRPr lang="en-US"/>
        </a:p>
      </dgm:t>
    </dgm:pt>
    <dgm:pt modelId="{52512255-0200-4DD1-8679-C9E8D5AB406C}" type="pres">
      <dgm:prSet presAssocID="{46894E7B-E1E2-480E-B94D-2E9B40A4F017}" presName="root" presStyleCnt="0">
        <dgm:presLayoutVars>
          <dgm:dir/>
          <dgm:resizeHandles val="exact"/>
        </dgm:presLayoutVars>
      </dgm:prSet>
      <dgm:spPr/>
    </dgm:pt>
    <dgm:pt modelId="{7C84F762-17B6-42BF-AF24-90D8D79A46E8}" type="pres">
      <dgm:prSet presAssocID="{6C451F2A-E937-4A3E-A830-93B165CA3231}" presName="compNode" presStyleCnt="0"/>
      <dgm:spPr/>
    </dgm:pt>
    <dgm:pt modelId="{6247CF1A-8ACE-44F5-BC24-B3825F0201F8}" type="pres">
      <dgm:prSet presAssocID="{6C451F2A-E937-4A3E-A830-93B165CA3231}" presName="bgRect" presStyleLbl="bgShp" presStyleIdx="0" presStyleCnt="3"/>
      <dgm:spPr/>
    </dgm:pt>
    <dgm:pt modelId="{F8A5B1CC-4067-4F93-B9BD-FBCD20F6EC15}" type="pres">
      <dgm:prSet presAssocID="{6C451F2A-E937-4A3E-A830-93B165CA32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 merkezi"/>
        </a:ext>
      </dgm:extLst>
    </dgm:pt>
    <dgm:pt modelId="{F6F8640F-FCF1-42EA-9E73-C78276737D91}" type="pres">
      <dgm:prSet presAssocID="{6C451F2A-E937-4A3E-A830-93B165CA3231}" presName="spaceRect" presStyleCnt="0"/>
      <dgm:spPr/>
    </dgm:pt>
    <dgm:pt modelId="{0DB2C08D-8959-4A87-BD10-B814A6F86FDA}" type="pres">
      <dgm:prSet presAssocID="{6C451F2A-E937-4A3E-A830-93B165CA3231}" presName="parTx" presStyleLbl="revTx" presStyleIdx="0" presStyleCnt="3">
        <dgm:presLayoutVars>
          <dgm:chMax val="0"/>
          <dgm:chPref val="0"/>
        </dgm:presLayoutVars>
      </dgm:prSet>
      <dgm:spPr/>
    </dgm:pt>
    <dgm:pt modelId="{3B52FF20-CD9F-47A9-A57B-9AB7B1B095FF}" type="pres">
      <dgm:prSet presAssocID="{1522C258-E452-4639-9B0E-78F8811EF904}" presName="sibTrans" presStyleCnt="0"/>
      <dgm:spPr/>
    </dgm:pt>
    <dgm:pt modelId="{385C10D9-7995-41DC-A05F-625B9C019724}" type="pres">
      <dgm:prSet presAssocID="{44722792-872C-4D6A-B42F-782DB4C4A361}" presName="compNode" presStyleCnt="0"/>
      <dgm:spPr/>
    </dgm:pt>
    <dgm:pt modelId="{97F65AD7-B899-48B4-82AC-C6334B519361}" type="pres">
      <dgm:prSet presAssocID="{44722792-872C-4D6A-B42F-782DB4C4A361}" presName="bgRect" presStyleLbl="bgShp" presStyleIdx="1" presStyleCnt="3"/>
      <dgm:spPr/>
    </dgm:pt>
    <dgm:pt modelId="{09785CAF-DF9A-4C2F-872C-59CD9813D343}" type="pres">
      <dgm:prSet presAssocID="{44722792-872C-4D6A-B42F-782DB4C4A3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ge"/>
        </a:ext>
      </dgm:extLst>
    </dgm:pt>
    <dgm:pt modelId="{CA529563-67E7-4F7D-96C0-D1D8D436A869}" type="pres">
      <dgm:prSet presAssocID="{44722792-872C-4D6A-B42F-782DB4C4A361}" presName="spaceRect" presStyleCnt="0"/>
      <dgm:spPr/>
    </dgm:pt>
    <dgm:pt modelId="{FADBD456-997D-4931-983A-6F3B3A39406E}" type="pres">
      <dgm:prSet presAssocID="{44722792-872C-4D6A-B42F-782DB4C4A361}" presName="parTx" presStyleLbl="revTx" presStyleIdx="1" presStyleCnt="3">
        <dgm:presLayoutVars>
          <dgm:chMax val="0"/>
          <dgm:chPref val="0"/>
        </dgm:presLayoutVars>
      </dgm:prSet>
      <dgm:spPr/>
    </dgm:pt>
    <dgm:pt modelId="{9D559F1A-1596-472B-844C-0BD424059D14}" type="pres">
      <dgm:prSet presAssocID="{7C4FD45B-A4CE-43BE-B876-297A882F1261}" presName="sibTrans" presStyleCnt="0"/>
      <dgm:spPr/>
    </dgm:pt>
    <dgm:pt modelId="{C4BA3EC6-DF60-4562-A560-1F8BFA313081}" type="pres">
      <dgm:prSet presAssocID="{5C5E5697-5BB5-4ECC-9B71-E2BB278ADC98}" presName="compNode" presStyleCnt="0"/>
      <dgm:spPr/>
    </dgm:pt>
    <dgm:pt modelId="{74D94C95-238B-49DE-A200-95D06D0A7893}" type="pres">
      <dgm:prSet presAssocID="{5C5E5697-5BB5-4ECC-9B71-E2BB278ADC98}" presName="bgRect" presStyleLbl="bgShp" presStyleIdx="2" presStyleCnt="3"/>
      <dgm:spPr/>
    </dgm:pt>
    <dgm:pt modelId="{3A236D87-461B-4AE9-8063-3D6FCDC1BF24}" type="pres">
      <dgm:prSet presAssocID="{5C5E5697-5BB5-4ECC-9B71-E2BB278ADC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"/>
        </a:ext>
      </dgm:extLst>
    </dgm:pt>
    <dgm:pt modelId="{DAEA0579-33AC-48C0-83BD-E72C4D98C808}" type="pres">
      <dgm:prSet presAssocID="{5C5E5697-5BB5-4ECC-9B71-E2BB278ADC98}" presName="spaceRect" presStyleCnt="0"/>
      <dgm:spPr/>
    </dgm:pt>
    <dgm:pt modelId="{BC8C00B1-5EF1-41C7-BEC0-D32571E1E3D3}" type="pres">
      <dgm:prSet presAssocID="{5C5E5697-5BB5-4ECC-9B71-E2BB278ADC9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97514A-ABD3-4E3F-87DF-FBFC941FC361}" srcId="{46894E7B-E1E2-480E-B94D-2E9B40A4F017}" destId="{6C451F2A-E937-4A3E-A830-93B165CA3231}" srcOrd="0" destOrd="0" parTransId="{1A5F32AC-9E24-4DBC-9B80-51F70D22FA5B}" sibTransId="{1522C258-E452-4639-9B0E-78F8811EF904}"/>
    <dgm:cxn modelId="{9FBFD662-375B-4271-9E71-C2B214D59080}" type="presOf" srcId="{6C451F2A-E937-4A3E-A830-93B165CA3231}" destId="{0DB2C08D-8959-4A87-BD10-B814A6F86FDA}" srcOrd="0" destOrd="0" presId="urn:microsoft.com/office/officeart/2018/2/layout/IconVerticalSolidList"/>
    <dgm:cxn modelId="{65383A78-7795-4694-BD7B-B81635BB4FEA}" type="presOf" srcId="{5C5E5697-5BB5-4ECC-9B71-E2BB278ADC98}" destId="{BC8C00B1-5EF1-41C7-BEC0-D32571E1E3D3}" srcOrd="0" destOrd="0" presId="urn:microsoft.com/office/officeart/2018/2/layout/IconVerticalSolidList"/>
    <dgm:cxn modelId="{A1AA1B8A-EE4E-449F-B016-2C6CB3BCDBCD}" type="presOf" srcId="{46894E7B-E1E2-480E-B94D-2E9B40A4F017}" destId="{52512255-0200-4DD1-8679-C9E8D5AB406C}" srcOrd="0" destOrd="0" presId="urn:microsoft.com/office/officeart/2018/2/layout/IconVerticalSolidList"/>
    <dgm:cxn modelId="{E7DF4193-2700-4649-BA12-72338AB8575C}" type="presOf" srcId="{44722792-872C-4D6A-B42F-782DB4C4A361}" destId="{FADBD456-997D-4931-983A-6F3B3A39406E}" srcOrd="0" destOrd="0" presId="urn:microsoft.com/office/officeart/2018/2/layout/IconVerticalSolidList"/>
    <dgm:cxn modelId="{F55CB5A9-4582-418F-8848-5DFF340C5580}" srcId="{46894E7B-E1E2-480E-B94D-2E9B40A4F017}" destId="{5C5E5697-5BB5-4ECC-9B71-E2BB278ADC98}" srcOrd="2" destOrd="0" parTransId="{74110D95-A4A4-4AA7-A4E1-45393D299A30}" sibTransId="{95A9AA94-1CF1-47C5-932B-5153DCAE4DF4}"/>
    <dgm:cxn modelId="{73E6DDCD-1B84-4DA6-8986-8BB17F1540A0}" srcId="{46894E7B-E1E2-480E-B94D-2E9B40A4F017}" destId="{44722792-872C-4D6A-B42F-782DB4C4A361}" srcOrd="1" destOrd="0" parTransId="{3BAF6853-9FA9-4025-8212-D9FDF669B549}" sibTransId="{7C4FD45B-A4CE-43BE-B876-297A882F1261}"/>
    <dgm:cxn modelId="{EE865578-7F28-4B89-88CB-2E58602F2217}" type="presParOf" srcId="{52512255-0200-4DD1-8679-C9E8D5AB406C}" destId="{7C84F762-17B6-42BF-AF24-90D8D79A46E8}" srcOrd="0" destOrd="0" presId="urn:microsoft.com/office/officeart/2018/2/layout/IconVerticalSolidList"/>
    <dgm:cxn modelId="{31D55E64-A8E8-4925-9D5F-582807137BFB}" type="presParOf" srcId="{7C84F762-17B6-42BF-AF24-90D8D79A46E8}" destId="{6247CF1A-8ACE-44F5-BC24-B3825F0201F8}" srcOrd="0" destOrd="0" presId="urn:microsoft.com/office/officeart/2018/2/layout/IconVerticalSolidList"/>
    <dgm:cxn modelId="{C01768C7-F1A2-49BF-ACF5-3BA2414B6728}" type="presParOf" srcId="{7C84F762-17B6-42BF-AF24-90D8D79A46E8}" destId="{F8A5B1CC-4067-4F93-B9BD-FBCD20F6EC15}" srcOrd="1" destOrd="0" presId="urn:microsoft.com/office/officeart/2018/2/layout/IconVerticalSolidList"/>
    <dgm:cxn modelId="{3DEE84BC-2D11-45B5-9095-C92BB3FCE56B}" type="presParOf" srcId="{7C84F762-17B6-42BF-AF24-90D8D79A46E8}" destId="{F6F8640F-FCF1-42EA-9E73-C78276737D91}" srcOrd="2" destOrd="0" presId="urn:microsoft.com/office/officeart/2018/2/layout/IconVerticalSolidList"/>
    <dgm:cxn modelId="{A0AEE081-B87E-44DB-B8E7-EEF5E0E91EE1}" type="presParOf" srcId="{7C84F762-17B6-42BF-AF24-90D8D79A46E8}" destId="{0DB2C08D-8959-4A87-BD10-B814A6F86FDA}" srcOrd="3" destOrd="0" presId="urn:microsoft.com/office/officeart/2018/2/layout/IconVerticalSolidList"/>
    <dgm:cxn modelId="{20AE458F-CC55-42A4-95EC-F40EED9AACBA}" type="presParOf" srcId="{52512255-0200-4DD1-8679-C9E8D5AB406C}" destId="{3B52FF20-CD9F-47A9-A57B-9AB7B1B095FF}" srcOrd="1" destOrd="0" presId="urn:microsoft.com/office/officeart/2018/2/layout/IconVerticalSolidList"/>
    <dgm:cxn modelId="{22009355-CEE2-4633-9436-B07BDF84F728}" type="presParOf" srcId="{52512255-0200-4DD1-8679-C9E8D5AB406C}" destId="{385C10D9-7995-41DC-A05F-625B9C019724}" srcOrd="2" destOrd="0" presId="urn:microsoft.com/office/officeart/2018/2/layout/IconVerticalSolidList"/>
    <dgm:cxn modelId="{18CA3BB3-A27D-497C-AC82-8AAA74F12A39}" type="presParOf" srcId="{385C10D9-7995-41DC-A05F-625B9C019724}" destId="{97F65AD7-B899-48B4-82AC-C6334B519361}" srcOrd="0" destOrd="0" presId="urn:microsoft.com/office/officeart/2018/2/layout/IconVerticalSolidList"/>
    <dgm:cxn modelId="{773777F1-E84F-4F09-A3A7-85759CE49482}" type="presParOf" srcId="{385C10D9-7995-41DC-A05F-625B9C019724}" destId="{09785CAF-DF9A-4C2F-872C-59CD9813D343}" srcOrd="1" destOrd="0" presId="urn:microsoft.com/office/officeart/2018/2/layout/IconVerticalSolidList"/>
    <dgm:cxn modelId="{94086925-F7F2-4568-865F-F957BA8B22F6}" type="presParOf" srcId="{385C10D9-7995-41DC-A05F-625B9C019724}" destId="{CA529563-67E7-4F7D-96C0-D1D8D436A869}" srcOrd="2" destOrd="0" presId="urn:microsoft.com/office/officeart/2018/2/layout/IconVerticalSolidList"/>
    <dgm:cxn modelId="{27B0B58D-C6E6-4A4F-9F8C-9B666640524B}" type="presParOf" srcId="{385C10D9-7995-41DC-A05F-625B9C019724}" destId="{FADBD456-997D-4931-983A-6F3B3A39406E}" srcOrd="3" destOrd="0" presId="urn:microsoft.com/office/officeart/2018/2/layout/IconVerticalSolidList"/>
    <dgm:cxn modelId="{4A25D6F8-D0DE-4373-B155-B559AB390AA1}" type="presParOf" srcId="{52512255-0200-4DD1-8679-C9E8D5AB406C}" destId="{9D559F1A-1596-472B-844C-0BD424059D14}" srcOrd="3" destOrd="0" presId="urn:microsoft.com/office/officeart/2018/2/layout/IconVerticalSolidList"/>
    <dgm:cxn modelId="{8D9147F3-3ECC-4DF6-B951-BA0D23A9220B}" type="presParOf" srcId="{52512255-0200-4DD1-8679-C9E8D5AB406C}" destId="{C4BA3EC6-DF60-4562-A560-1F8BFA313081}" srcOrd="4" destOrd="0" presId="urn:microsoft.com/office/officeart/2018/2/layout/IconVerticalSolidList"/>
    <dgm:cxn modelId="{62260D8A-7F70-45F0-8F4C-ED01F7A785B6}" type="presParOf" srcId="{C4BA3EC6-DF60-4562-A560-1F8BFA313081}" destId="{74D94C95-238B-49DE-A200-95D06D0A7893}" srcOrd="0" destOrd="0" presId="urn:microsoft.com/office/officeart/2018/2/layout/IconVerticalSolidList"/>
    <dgm:cxn modelId="{9EB7F4E1-2DF5-4E5B-A38D-67F367690410}" type="presParOf" srcId="{C4BA3EC6-DF60-4562-A560-1F8BFA313081}" destId="{3A236D87-461B-4AE9-8063-3D6FCDC1BF24}" srcOrd="1" destOrd="0" presId="urn:microsoft.com/office/officeart/2018/2/layout/IconVerticalSolidList"/>
    <dgm:cxn modelId="{CA3825EA-D474-4D28-803F-E6385FD2521A}" type="presParOf" srcId="{C4BA3EC6-DF60-4562-A560-1F8BFA313081}" destId="{DAEA0579-33AC-48C0-83BD-E72C4D98C808}" srcOrd="2" destOrd="0" presId="urn:microsoft.com/office/officeart/2018/2/layout/IconVerticalSolidList"/>
    <dgm:cxn modelId="{FC3579CE-DFAD-4908-A7B2-6DC0A5BA8FD1}" type="presParOf" srcId="{C4BA3EC6-DF60-4562-A560-1F8BFA313081}" destId="{BC8C00B1-5EF1-41C7-BEC0-D32571E1E3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DE3690B-82F8-4BC1-B467-96B0591E02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52F44E-59D8-4929-A898-CD43106207D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Hedef değişken süreklidir</a:t>
          </a:r>
          <a:endParaRPr lang="en-US"/>
        </a:p>
      </dgm:t>
    </dgm:pt>
    <dgm:pt modelId="{6AC15607-7508-41F5-8E93-0DB40071A5E8}" type="parTrans" cxnId="{A4F91F61-8F97-4101-B7A8-36672366C730}">
      <dgm:prSet/>
      <dgm:spPr/>
      <dgm:t>
        <a:bodyPr/>
        <a:lstStyle/>
        <a:p>
          <a:endParaRPr lang="en-US"/>
        </a:p>
      </dgm:t>
    </dgm:pt>
    <dgm:pt modelId="{0EBE2BF3-F74B-495A-B3DB-17786F856167}" type="sibTrans" cxnId="{A4F91F61-8F97-4101-B7A8-36672366C730}">
      <dgm:prSet/>
      <dgm:spPr/>
      <dgm:t>
        <a:bodyPr/>
        <a:lstStyle/>
        <a:p>
          <a:endParaRPr lang="en-US"/>
        </a:p>
      </dgm:t>
    </dgm:pt>
    <dgm:pt modelId="{6D9C66C9-1243-4738-ACC7-3044CCE88B9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Sayısal tahmin yapılır</a:t>
          </a:r>
          <a:endParaRPr lang="en-US"/>
        </a:p>
      </dgm:t>
    </dgm:pt>
    <dgm:pt modelId="{4E0EDB3B-107E-4470-B119-D73E08EEE89C}" type="parTrans" cxnId="{FF6D7EA7-B051-4958-89FB-2541FB9F5742}">
      <dgm:prSet/>
      <dgm:spPr/>
      <dgm:t>
        <a:bodyPr/>
        <a:lstStyle/>
        <a:p>
          <a:endParaRPr lang="en-US"/>
        </a:p>
      </dgm:t>
    </dgm:pt>
    <dgm:pt modelId="{FBA44261-3E1D-496D-9C4B-F1059DAE2344}" type="sibTrans" cxnId="{FF6D7EA7-B051-4958-89FB-2541FB9F5742}">
      <dgm:prSet/>
      <dgm:spPr/>
      <dgm:t>
        <a:bodyPr/>
        <a:lstStyle/>
        <a:p>
          <a:endParaRPr lang="en-US"/>
        </a:p>
      </dgm:t>
    </dgm:pt>
    <dgm:pt modelId="{49C4FC92-1D32-4F45-A60C-53397F3A957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Örnek: satış veya talep tahmini</a:t>
          </a:r>
          <a:endParaRPr lang="en-US"/>
        </a:p>
      </dgm:t>
    </dgm:pt>
    <dgm:pt modelId="{DFC59B5B-737B-407A-ADFB-7175F5C0F637}" type="parTrans" cxnId="{6B8D4F96-E507-4587-A0F4-3981AAEF2AFE}">
      <dgm:prSet/>
      <dgm:spPr/>
      <dgm:t>
        <a:bodyPr/>
        <a:lstStyle/>
        <a:p>
          <a:endParaRPr lang="en-US"/>
        </a:p>
      </dgm:t>
    </dgm:pt>
    <dgm:pt modelId="{193C513A-F0B0-4A96-BFEE-5DD38160D641}" type="sibTrans" cxnId="{6B8D4F96-E507-4587-A0F4-3981AAEF2AFE}">
      <dgm:prSet/>
      <dgm:spPr/>
      <dgm:t>
        <a:bodyPr/>
        <a:lstStyle/>
        <a:p>
          <a:endParaRPr lang="en-US"/>
        </a:p>
      </dgm:t>
    </dgm:pt>
    <dgm:pt modelId="{4FFD4CD2-73BE-4C89-B479-898023F42649}" type="pres">
      <dgm:prSet presAssocID="{1DE3690B-82F8-4BC1-B467-96B0591E02B2}" presName="root" presStyleCnt="0">
        <dgm:presLayoutVars>
          <dgm:dir/>
          <dgm:resizeHandles val="exact"/>
        </dgm:presLayoutVars>
      </dgm:prSet>
      <dgm:spPr/>
    </dgm:pt>
    <dgm:pt modelId="{5CA024CF-AF6C-48F2-BD38-E5DFD99FE212}" type="pres">
      <dgm:prSet presAssocID="{9852F44E-59D8-4929-A898-CD43106207D7}" presName="compNode" presStyleCnt="0"/>
      <dgm:spPr/>
    </dgm:pt>
    <dgm:pt modelId="{84F909D1-8484-4BF0-887F-0D4CD12EF4DE}" type="pres">
      <dgm:prSet presAssocID="{9852F44E-59D8-4929-A898-CD43106207D7}" presName="bgRect" presStyleLbl="bgShp" presStyleIdx="0" presStyleCnt="3"/>
      <dgm:spPr/>
    </dgm:pt>
    <dgm:pt modelId="{738E15E8-58D9-4240-999B-1837259A478D}" type="pres">
      <dgm:prSet presAssocID="{9852F44E-59D8-4929-A898-CD43106207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def merkezi"/>
        </a:ext>
      </dgm:extLst>
    </dgm:pt>
    <dgm:pt modelId="{A7E32675-8CE8-472C-8708-41F5D6114E5D}" type="pres">
      <dgm:prSet presAssocID="{9852F44E-59D8-4929-A898-CD43106207D7}" presName="spaceRect" presStyleCnt="0"/>
      <dgm:spPr/>
    </dgm:pt>
    <dgm:pt modelId="{BF5A78CD-3A67-49F3-A7DA-755917DEC7A5}" type="pres">
      <dgm:prSet presAssocID="{9852F44E-59D8-4929-A898-CD43106207D7}" presName="parTx" presStyleLbl="revTx" presStyleIdx="0" presStyleCnt="3">
        <dgm:presLayoutVars>
          <dgm:chMax val="0"/>
          <dgm:chPref val="0"/>
        </dgm:presLayoutVars>
      </dgm:prSet>
      <dgm:spPr/>
    </dgm:pt>
    <dgm:pt modelId="{8A7536E6-5477-4487-B814-6BC8629E6782}" type="pres">
      <dgm:prSet presAssocID="{0EBE2BF3-F74B-495A-B3DB-17786F856167}" presName="sibTrans" presStyleCnt="0"/>
      <dgm:spPr/>
    </dgm:pt>
    <dgm:pt modelId="{0A47F702-C1BB-4E34-A632-6B2E34715346}" type="pres">
      <dgm:prSet presAssocID="{6D9C66C9-1243-4738-ACC7-3044CCE88B99}" presName="compNode" presStyleCnt="0"/>
      <dgm:spPr/>
    </dgm:pt>
    <dgm:pt modelId="{633B8EEB-4505-4354-8019-441AB65EB30A}" type="pres">
      <dgm:prSet presAssocID="{6D9C66C9-1243-4738-ACC7-3044CCE88B99}" presName="bgRect" presStyleLbl="bgShp" presStyleIdx="1" presStyleCnt="3"/>
      <dgm:spPr/>
    </dgm:pt>
    <dgm:pt modelId="{D6AC4215-AA9B-433C-88F2-5A5AD2F7D577}" type="pres">
      <dgm:prSet presAssocID="{6D9C66C9-1243-4738-ACC7-3044CCE88B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sap makinesi"/>
        </a:ext>
      </dgm:extLst>
    </dgm:pt>
    <dgm:pt modelId="{76883DC9-8A5F-433C-9BDB-EA94753AA181}" type="pres">
      <dgm:prSet presAssocID="{6D9C66C9-1243-4738-ACC7-3044CCE88B99}" presName="spaceRect" presStyleCnt="0"/>
      <dgm:spPr/>
    </dgm:pt>
    <dgm:pt modelId="{22A995A7-F653-4794-8A4E-1CEEAEDE4C45}" type="pres">
      <dgm:prSet presAssocID="{6D9C66C9-1243-4738-ACC7-3044CCE88B99}" presName="parTx" presStyleLbl="revTx" presStyleIdx="1" presStyleCnt="3">
        <dgm:presLayoutVars>
          <dgm:chMax val="0"/>
          <dgm:chPref val="0"/>
        </dgm:presLayoutVars>
      </dgm:prSet>
      <dgm:spPr/>
    </dgm:pt>
    <dgm:pt modelId="{1C38A632-76F5-48B4-B182-06F0AF34C680}" type="pres">
      <dgm:prSet presAssocID="{FBA44261-3E1D-496D-9C4B-F1059DAE2344}" presName="sibTrans" presStyleCnt="0"/>
      <dgm:spPr/>
    </dgm:pt>
    <dgm:pt modelId="{057C449F-9B40-49F9-BA4B-30DD025003A2}" type="pres">
      <dgm:prSet presAssocID="{49C4FC92-1D32-4F45-A60C-53397F3A957A}" presName="compNode" presStyleCnt="0"/>
      <dgm:spPr/>
    </dgm:pt>
    <dgm:pt modelId="{0FCCEEF4-3155-497A-93E2-920E6CBAB50D}" type="pres">
      <dgm:prSet presAssocID="{49C4FC92-1D32-4F45-A60C-53397F3A957A}" presName="bgRect" presStyleLbl="bgShp" presStyleIdx="2" presStyleCnt="3"/>
      <dgm:spPr/>
    </dgm:pt>
    <dgm:pt modelId="{2BD0090A-DE56-4F62-9A5D-4118A448E8A0}" type="pres">
      <dgm:prSet presAssocID="{49C4FC92-1D32-4F45-A60C-53397F3A95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1FF6023-BFC2-414E-8648-1E2A8FB10ECF}" type="pres">
      <dgm:prSet presAssocID="{49C4FC92-1D32-4F45-A60C-53397F3A957A}" presName="spaceRect" presStyleCnt="0"/>
      <dgm:spPr/>
    </dgm:pt>
    <dgm:pt modelId="{F6D96980-19A8-458B-9D6E-E3DE3D6B4422}" type="pres">
      <dgm:prSet presAssocID="{49C4FC92-1D32-4F45-A60C-53397F3A957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6EC323A-CF40-4986-832E-B3F76C8710A7}" type="presOf" srcId="{9852F44E-59D8-4929-A898-CD43106207D7}" destId="{BF5A78CD-3A67-49F3-A7DA-755917DEC7A5}" srcOrd="0" destOrd="0" presId="urn:microsoft.com/office/officeart/2018/2/layout/IconVerticalSolidList"/>
    <dgm:cxn modelId="{A4F91F61-8F97-4101-B7A8-36672366C730}" srcId="{1DE3690B-82F8-4BC1-B467-96B0591E02B2}" destId="{9852F44E-59D8-4929-A898-CD43106207D7}" srcOrd="0" destOrd="0" parTransId="{6AC15607-7508-41F5-8E93-0DB40071A5E8}" sibTransId="{0EBE2BF3-F74B-495A-B3DB-17786F856167}"/>
    <dgm:cxn modelId="{7640A695-FC4B-4F17-8DD0-95A0281A9443}" type="presOf" srcId="{49C4FC92-1D32-4F45-A60C-53397F3A957A}" destId="{F6D96980-19A8-458B-9D6E-E3DE3D6B4422}" srcOrd="0" destOrd="0" presId="urn:microsoft.com/office/officeart/2018/2/layout/IconVerticalSolidList"/>
    <dgm:cxn modelId="{6B8D4F96-E507-4587-A0F4-3981AAEF2AFE}" srcId="{1DE3690B-82F8-4BC1-B467-96B0591E02B2}" destId="{49C4FC92-1D32-4F45-A60C-53397F3A957A}" srcOrd="2" destOrd="0" parTransId="{DFC59B5B-737B-407A-ADFB-7175F5C0F637}" sibTransId="{193C513A-F0B0-4A96-BFEE-5DD38160D641}"/>
    <dgm:cxn modelId="{F67B149A-E387-4622-B0CF-8CDAF1919FD5}" type="presOf" srcId="{6D9C66C9-1243-4738-ACC7-3044CCE88B99}" destId="{22A995A7-F653-4794-8A4E-1CEEAEDE4C45}" srcOrd="0" destOrd="0" presId="urn:microsoft.com/office/officeart/2018/2/layout/IconVerticalSolidList"/>
    <dgm:cxn modelId="{FF6D7EA7-B051-4958-89FB-2541FB9F5742}" srcId="{1DE3690B-82F8-4BC1-B467-96B0591E02B2}" destId="{6D9C66C9-1243-4738-ACC7-3044CCE88B99}" srcOrd="1" destOrd="0" parTransId="{4E0EDB3B-107E-4470-B119-D73E08EEE89C}" sibTransId="{FBA44261-3E1D-496D-9C4B-F1059DAE2344}"/>
    <dgm:cxn modelId="{6CB9CCFE-C060-496B-A505-273A0B522BE5}" type="presOf" srcId="{1DE3690B-82F8-4BC1-B467-96B0591E02B2}" destId="{4FFD4CD2-73BE-4C89-B479-898023F42649}" srcOrd="0" destOrd="0" presId="urn:microsoft.com/office/officeart/2018/2/layout/IconVerticalSolidList"/>
    <dgm:cxn modelId="{7E4D2316-54C2-4F5A-962C-26F9726586EA}" type="presParOf" srcId="{4FFD4CD2-73BE-4C89-B479-898023F42649}" destId="{5CA024CF-AF6C-48F2-BD38-E5DFD99FE212}" srcOrd="0" destOrd="0" presId="urn:microsoft.com/office/officeart/2018/2/layout/IconVerticalSolidList"/>
    <dgm:cxn modelId="{5D04D866-2D35-4155-91F0-672818B93EFD}" type="presParOf" srcId="{5CA024CF-AF6C-48F2-BD38-E5DFD99FE212}" destId="{84F909D1-8484-4BF0-887F-0D4CD12EF4DE}" srcOrd="0" destOrd="0" presId="urn:microsoft.com/office/officeart/2018/2/layout/IconVerticalSolidList"/>
    <dgm:cxn modelId="{B25967E8-8134-4D17-A9C5-9ADEFB011C89}" type="presParOf" srcId="{5CA024CF-AF6C-48F2-BD38-E5DFD99FE212}" destId="{738E15E8-58D9-4240-999B-1837259A478D}" srcOrd="1" destOrd="0" presId="urn:microsoft.com/office/officeart/2018/2/layout/IconVerticalSolidList"/>
    <dgm:cxn modelId="{3CE27EC5-DDBA-4B7A-8767-734A6A30C07F}" type="presParOf" srcId="{5CA024CF-AF6C-48F2-BD38-E5DFD99FE212}" destId="{A7E32675-8CE8-472C-8708-41F5D6114E5D}" srcOrd="2" destOrd="0" presId="urn:microsoft.com/office/officeart/2018/2/layout/IconVerticalSolidList"/>
    <dgm:cxn modelId="{27BAE19A-0096-4C90-B24F-F6AA315FC5B3}" type="presParOf" srcId="{5CA024CF-AF6C-48F2-BD38-E5DFD99FE212}" destId="{BF5A78CD-3A67-49F3-A7DA-755917DEC7A5}" srcOrd="3" destOrd="0" presId="urn:microsoft.com/office/officeart/2018/2/layout/IconVerticalSolidList"/>
    <dgm:cxn modelId="{09957F32-1C22-45F9-8DCB-92C6E4AF20BD}" type="presParOf" srcId="{4FFD4CD2-73BE-4C89-B479-898023F42649}" destId="{8A7536E6-5477-4487-B814-6BC8629E6782}" srcOrd="1" destOrd="0" presId="urn:microsoft.com/office/officeart/2018/2/layout/IconVerticalSolidList"/>
    <dgm:cxn modelId="{EDD45D44-ABB7-49E3-BE7A-70648452F5B9}" type="presParOf" srcId="{4FFD4CD2-73BE-4C89-B479-898023F42649}" destId="{0A47F702-C1BB-4E34-A632-6B2E34715346}" srcOrd="2" destOrd="0" presId="urn:microsoft.com/office/officeart/2018/2/layout/IconVerticalSolidList"/>
    <dgm:cxn modelId="{451557A8-804B-42AE-912C-FB9A7EDB8CCD}" type="presParOf" srcId="{0A47F702-C1BB-4E34-A632-6B2E34715346}" destId="{633B8EEB-4505-4354-8019-441AB65EB30A}" srcOrd="0" destOrd="0" presId="urn:microsoft.com/office/officeart/2018/2/layout/IconVerticalSolidList"/>
    <dgm:cxn modelId="{81B31C2E-31A3-4A3D-A9B9-1963F430E872}" type="presParOf" srcId="{0A47F702-C1BB-4E34-A632-6B2E34715346}" destId="{D6AC4215-AA9B-433C-88F2-5A5AD2F7D577}" srcOrd="1" destOrd="0" presId="urn:microsoft.com/office/officeart/2018/2/layout/IconVerticalSolidList"/>
    <dgm:cxn modelId="{1DA6B846-793D-41A9-83E3-5532700D6A54}" type="presParOf" srcId="{0A47F702-C1BB-4E34-A632-6B2E34715346}" destId="{76883DC9-8A5F-433C-9BDB-EA94753AA181}" srcOrd="2" destOrd="0" presId="urn:microsoft.com/office/officeart/2018/2/layout/IconVerticalSolidList"/>
    <dgm:cxn modelId="{2E23615E-8B57-4D09-81C4-C2EAFA4281FE}" type="presParOf" srcId="{0A47F702-C1BB-4E34-A632-6B2E34715346}" destId="{22A995A7-F653-4794-8A4E-1CEEAEDE4C45}" srcOrd="3" destOrd="0" presId="urn:microsoft.com/office/officeart/2018/2/layout/IconVerticalSolidList"/>
    <dgm:cxn modelId="{9B26631B-EC5C-4F33-93DB-A2BB6CE2B6B6}" type="presParOf" srcId="{4FFD4CD2-73BE-4C89-B479-898023F42649}" destId="{1C38A632-76F5-48B4-B182-06F0AF34C680}" srcOrd="3" destOrd="0" presId="urn:microsoft.com/office/officeart/2018/2/layout/IconVerticalSolidList"/>
    <dgm:cxn modelId="{ADB2C9C6-08F5-45A7-9051-09EC35181C21}" type="presParOf" srcId="{4FFD4CD2-73BE-4C89-B479-898023F42649}" destId="{057C449F-9B40-49F9-BA4B-30DD025003A2}" srcOrd="4" destOrd="0" presId="urn:microsoft.com/office/officeart/2018/2/layout/IconVerticalSolidList"/>
    <dgm:cxn modelId="{71049255-69D2-4859-8A5D-54104E82850C}" type="presParOf" srcId="{057C449F-9B40-49F9-BA4B-30DD025003A2}" destId="{0FCCEEF4-3155-497A-93E2-920E6CBAB50D}" srcOrd="0" destOrd="0" presId="urn:microsoft.com/office/officeart/2018/2/layout/IconVerticalSolidList"/>
    <dgm:cxn modelId="{88B2111A-ABD8-43DB-B5FD-020630B69043}" type="presParOf" srcId="{057C449F-9B40-49F9-BA4B-30DD025003A2}" destId="{2BD0090A-DE56-4F62-9A5D-4118A448E8A0}" srcOrd="1" destOrd="0" presId="urn:microsoft.com/office/officeart/2018/2/layout/IconVerticalSolidList"/>
    <dgm:cxn modelId="{D10D9DB2-9C87-4F54-9A8D-41E482FDBF2F}" type="presParOf" srcId="{057C449F-9B40-49F9-BA4B-30DD025003A2}" destId="{51FF6023-BFC2-414E-8648-1E2A8FB10ECF}" srcOrd="2" destOrd="0" presId="urn:microsoft.com/office/officeart/2018/2/layout/IconVerticalSolidList"/>
    <dgm:cxn modelId="{793CF4F2-359A-4DAB-BC1A-9C99D51165CD}" type="presParOf" srcId="{057C449F-9B40-49F9-BA4B-30DD025003A2}" destId="{F6D96980-19A8-458B-9D6E-E3DE3D6B44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F6EBB96-B948-4258-A466-50D3B9953F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500CADE-FC16-4BB8-9409-2F822F2D45F8}">
      <dgm:prSet/>
      <dgm:spPr/>
      <dgm:t>
        <a:bodyPr/>
        <a:lstStyle/>
        <a:p>
          <a:r>
            <a:rPr lang="tr-TR"/>
            <a:t>Etiketli veri yoktur</a:t>
          </a:r>
          <a:endParaRPr lang="en-US"/>
        </a:p>
      </dgm:t>
    </dgm:pt>
    <dgm:pt modelId="{14F01191-5EBB-414C-B65C-D345A9B9AE09}" type="parTrans" cxnId="{3911E59F-C25B-41A9-B2CB-4BC08731C6DA}">
      <dgm:prSet/>
      <dgm:spPr/>
      <dgm:t>
        <a:bodyPr/>
        <a:lstStyle/>
        <a:p>
          <a:endParaRPr lang="en-US"/>
        </a:p>
      </dgm:t>
    </dgm:pt>
    <dgm:pt modelId="{490AC7B5-051C-410A-B75D-B875A176207A}" type="sibTrans" cxnId="{3911E59F-C25B-41A9-B2CB-4BC08731C6DA}">
      <dgm:prSet/>
      <dgm:spPr/>
      <dgm:t>
        <a:bodyPr/>
        <a:lstStyle/>
        <a:p>
          <a:endParaRPr lang="en-US"/>
        </a:p>
      </dgm:t>
    </dgm:pt>
    <dgm:pt modelId="{D2C1B895-C2D5-4172-9821-0143A3EF73F6}">
      <dgm:prSet/>
      <dgm:spPr/>
      <dgm:t>
        <a:bodyPr/>
        <a:lstStyle/>
        <a:p>
          <a:r>
            <a:rPr lang="tr-TR"/>
            <a:t>Benzer gözlemler gruplandırılır</a:t>
          </a:r>
          <a:endParaRPr lang="en-US"/>
        </a:p>
      </dgm:t>
    </dgm:pt>
    <dgm:pt modelId="{1A7B8F78-45D9-46D2-B59C-52A7C8B8DE18}" type="parTrans" cxnId="{EA8599E8-1F2D-440B-AD8F-C3A1C5BA3CCF}">
      <dgm:prSet/>
      <dgm:spPr/>
      <dgm:t>
        <a:bodyPr/>
        <a:lstStyle/>
        <a:p>
          <a:endParaRPr lang="en-US"/>
        </a:p>
      </dgm:t>
    </dgm:pt>
    <dgm:pt modelId="{93BA78D8-0AA5-44FE-BC22-109C567F1E54}" type="sibTrans" cxnId="{EA8599E8-1F2D-440B-AD8F-C3A1C5BA3CCF}">
      <dgm:prSet/>
      <dgm:spPr/>
      <dgm:t>
        <a:bodyPr/>
        <a:lstStyle/>
        <a:p>
          <a:endParaRPr lang="en-US"/>
        </a:p>
      </dgm:t>
    </dgm:pt>
    <dgm:pt modelId="{40F4CB88-A688-4B16-B545-494ABE67FC9B}">
      <dgm:prSet/>
      <dgm:spPr/>
      <dgm:t>
        <a:bodyPr/>
        <a:lstStyle/>
        <a:p>
          <a:r>
            <a:rPr lang="tr-TR"/>
            <a:t>Keşif amaçlı kullanılır</a:t>
          </a:r>
          <a:endParaRPr lang="en-US"/>
        </a:p>
      </dgm:t>
    </dgm:pt>
    <dgm:pt modelId="{C58D6DAD-2929-4A1E-B5B4-534D9EC2B27F}" type="parTrans" cxnId="{B7EF1888-3D0F-48E6-9314-A0801233967A}">
      <dgm:prSet/>
      <dgm:spPr/>
      <dgm:t>
        <a:bodyPr/>
        <a:lstStyle/>
        <a:p>
          <a:endParaRPr lang="en-US"/>
        </a:p>
      </dgm:t>
    </dgm:pt>
    <dgm:pt modelId="{84FA0C4B-21CE-4909-A33C-19B72BDEC13E}" type="sibTrans" cxnId="{B7EF1888-3D0F-48E6-9314-A0801233967A}">
      <dgm:prSet/>
      <dgm:spPr/>
      <dgm:t>
        <a:bodyPr/>
        <a:lstStyle/>
        <a:p>
          <a:endParaRPr lang="en-US"/>
        </a:p>
      </dgm:t>
    </dgm:pt>
    <dgm:pt modelId="{5030A46F-53B9-4A69-A455-A7621B17D2CB}" type="pres">
      <dgm:prSet presAssocID="{EF6EBB96-B948-4258-A466-50D3B9953F7A}" presName="root" presStyleCnt="0">
        <dgm:presLayoutVars>
          <dgm:dir/>
          <dgm:resizeHandles val="exact"/>
        </dgm:presLayoutVars>
      </dgm:prSet>
      <dgm:spPr/>
    </dgm:pt>
    <dgm:pt modelId="{9510ED51-34D6-4800-A2A8-6DA7E2972A36}" type="pres">
      <dgm:prSet presAssocID="{C500CADE-FC16-4BB8-9409-2F822F2D45F8}" presName="compNode" presStyleCnt="0"/>
      <dgm:spPr/>
    </dgm:pt>
    <dgm:pt modelId="{AF684A19-DB5A-4F04-856D-D273B6DA12F7}" type="pres">
      <dgm:prSet presAssocID="{C500CADE-FC16-4BB8-9409-2F822F2D45F8}" presName="bgRect" presStyleLbl="bgShp" presStyleIdx="0" presStyleCnt="3"/>
      <dgm:spPr/>
    </dgm:pt>
    <dgm:pt modelId="{6C75054F-4A8F-4DBF-A436-5F52B58D7B7C}" type="pres">
      <dgm:prSet presAssocID="{C500CADE-FC16-4BB8-9409-2F822F2D45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B6BB8E7C-89AC-45F6-BD9A-388D6571A9C2}" type="pres">
      <dgm:prSet presAssocID="{C500CADE-FC16-4BB8-9409-2F822F2D45F8}" presName="spaceRect" presStyleCnt="0"/>
      <dgm:spPr/>
    </dgm:pt>
    <dgm:pt modelId="{5777D836-950F-4955-97E6-AF437B5F5788}" type="pres">
      <dgm:prSet presAssocID="{C500CADE-FC16-4BB8-9409-2F822F2D45F8}" presName="parTx" presStyleLbl="revTx" presStyleIdx="0" presStyleCnt="3">
        <dgm:presLayoutVars>
          <dgm:chMax val="0"/>
          <dgm:chPref val="0"/>
        </dgm:presLayoutVars>
      </dgm:prSet>
      <dgm:spPr/>
    </dgm:pt>
    <dgm:pt modelId="{0DC9B8CD-57DF-4E0A-8EBE-E9CAEDB80DDB}" type="pres">
      <dgm:prSet presAssocID="{490AC7B5-051C-410A-B75D-B875A176207A}" presName="sibTrans" presStyleCnt="0"/>
      <dgm:spPr/>
    </dgm:pt>
    <dgm:pt modelId="{97ACAE29-B2C4-4D1D-857A-9BD9F4286E00}" type="pres">
      <dgm:prSet presAssocID="{D2C1B895-C2D5-4172-9821-0143A3EF73F6}" presName="compNode" presStyleCnt="0"/>
      <dgm:spPr/>
    </dgm:pt>
    <dgm:pt modelId="{0B99AD26-D766-47A5-9FC6-FC43F47F6FB7}" type="pres">
      <dgm:prSet presAssocID="{D2C1B895-C2D5-4172-9821-0143A3EF73F6}" presName="bgRect" presStyleLbl="bgShp" presStyleIdx="1" presStyleCnt="3"/>
      <dgm:spPr/>
    </dgm:pt>
    <dgm:pt modelId="{E0E95E97-3232-4A3B-983C-CFEA8D522467}" type="pres">
      <dgm:prSet presAssocID="{D2C1B895-C2D5-4172-9821-0143A3EF73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öz"/>
        </a:ext>
      </dgm:extLst>
    </dgm:pt>
    <dgm:pt modelId="{C4506685-E7BA-487D-9AD9-5C998F9D241B}" type="pres">
      <dgm:prSet presAssocID="{D2C1B895-C2D5-4172-9821-0143A3EF73F6}" presName="spaceRect" presStyleCnt="0"/>
      <dgm:spPr/>
    </dgm:pt>
    <dgm:pt modelId="{BD5CB424-A2C1-49F2-B9C9-85DD8075B8CA}" type="pres">
      <dgm:prSet presAssocID="{D2C1B895-C2D5-4172-9821-0143A3EF73F6}" presName="parTx" presStyleLbl="revTx" presStyleIdx="1" presStyleCnt="3">
        <dgm:presLayoutVars>
          <dgm:chMax val="0"/>
          <dgm:chPref val="0"/>
        </dgm:presLayoutVars>
      </dgm:prSet>
      <dgm:spPr/>
    </dgm:pt>
    <dgm:pt modelId="{372A41B8-6747-4764-9B10-5BDC915DA321}" type="pres">
      <dgm:prSet presAssocID="{93BA78D8-0AA5-44FE-BC22-109C567F1E54}" presName="sibTrans" presStyleCnt="0"/>
      <dgm:spPr/>
    </dgm:pt>
    <dgm:pt modelId="{C30857EF-CCBA-4869-92B1-BB7A7EE906FC}" type="pres">
      <dgm:prSet presAssocID="{40F4CB88-A688-4B16-B545-494ABE67FC9B}" presName="compNode" presStyleCnt="0"/>
      <dgm:spPr/>
    </dgm:pt>
    <dgm:pt modelId="{5819A2AF-0D59-4CB1-8FEB-301BC026FDE9}" type="pres">
      <dgm:prSet presAssocID="{40F4CB88-A688-4B16-B545-494ABE67FC9B}" presName="bgRect" presStyleLbl="bgShp" presStyleIdx="2" presStyleCnt="3"/>
      <dgm:spPr/>
    </dgm:pt>
    <dgm:pt modelId="{9660E71E-CCBD-4874-89BF-C751B556DCDF}" type="pres">
      <dgm:prSet presAssocID="{40F4CB88-A688-4B16-B545-494ABE67FC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F57317F-4660-42DA-91C1-742BE6B07DC4}" type="pres">
      <dgm:prSet presAssocID="{40F4CB88-A688-4B16-B545-494ABE67FC9B}" presName="spaceRect" presStyleCnt="0"/>
      <dgm:spPr/>
    </dgm:pt>
    <dgm:pt modelId="{C50706B6-2886-4775-A53F-60E42A4D362A}" type="pres">
      <dgm:prSet presAssocID="{40F4CB88-A688-4B16-B545-494ABE67FC9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6DA0B00-AE7E-4022-99D9-093C6768F055}" type="presOf" srcId="{EF6EBB96-B948-4258-A466-50D3B9953F7A}" destId="{5030A46F-53B9-4A69-A455-A7621B17D2CB}" srcOrd="0" destOrd="0" presId="urn:microsoft.com/office/officeart/2018/2/layout/IconVerticalSolidList"/>
    <dgm:cxn modelId="{3CD2B928-BF10-478F-BBCF-2C8859DB7A41}" type="presOf" srcId="{40F4CB88-A688-4B16-B545-494ABE67FC9B}" destId="{C50706B6-2886-4775-A53F-60E42A4D362A}" srcOrd="0" destOrd="0" presId="urn:microsoft.com/office/officeart/2018/2/layout/IconVerticalSolidList"/>
    <dgm:cxn modelId="{9BB93B83-53E9-49D2-A9C9-BFBD6AF2DDD1}" type="presOf" srcId="{D2C1B895-C2D5-4172-9821-0143A3EF73F6}" destId="{BD5CB424-A2C1-49F2-B9C9-85DD8075B8CA}" srcOrd="0" destOrd="0" presId="urn:microsoft.com/office/officeart/2018/2/layout/IconVerticalSolidList"/>
    <dgm:cxn modelId="{B7EF1888-3D0F-48E6-9314-A0801233967A}" srcId="{EF6EBB96-B948-4258-A466-50D3B9953F7A}" destId="{40F4CB88-A688-4B16-B545-494ABE67FC9B}" srcOrd="2" destOrd="0" parTransId="{C58D6DAD-2929-4A1E-B5B4-534D9EC2B27F}" sibTransId="{84FA0C4B-21CE-4909-A33C-19B72BDEC13E}"/>
    <dgm:cxn modelId="{F18F848D-AB7F-4DCA-99E5-0C359EB2F4CF}" type="presOf" srcId="{C500CADE-FC16-4BB8-9409-2F822F2D45F8}" destId="{5777D836-950F-4955-97E6-AF437B5F5788}" srcOrd="0" destOrd="0" presId="urn:microsoft.com/office/officeart/2018/2/layout/IconVerticalSolidList"/>
    <dgm:cxn modelId="{3911E59F-C25B-41A9-B2CB-4BC08731C6DA}" srcId="{EF6EBB96-B948-4258-A466-50D3B9953F7A}" destId="{C500CADE-FC16-4BB8-9409-2F822F2D45F8}" srcOrd="0" destOrd="0" parTransId="{14F01191-5EBB-414C-B65C-D345A9B9AE09}" sibTransId="{490AC7B5-051C-410A-B75D-B875A176207A}"/>
    <dgm:cxn modelId="{EA8599E8-1F2D-440B-AD8F-C3A1C5BA3CCF}" srcId="{EF6EBB96-B948-4258-A466-50D3B9953F7A}" destId="{D2C1B895-C2D5-4172-9821-0143A3EF73F6}" srcOrd="1" destOrd="0" parTransId="{1A7B8F78-45D9-46D2-B59C-52A7C8B8DE18}" sibTransId="{93BA78D8-0AA5-44FE-BC22-109C567F1E54}"/>
    <dgm:cxn modelId="{E2F77C04-55CA-46CF-A8BA-65443C4EDA09}" type="presParOf" srcId="{5030A46F-53B9-4A69-A455-A7621B17D2CB}" destId="{9510ED51-34D6-4800-A2A8-6DA7E2972A36}" srcOrd="0" destOrd="0" presId="urn:microsoft.com/office/officeart/2018/2/layout/IconVerticalSolidList"/>
    <dgm:cxn modelId="{B9312260-7A81-451E-8DDE-7BD9104F04AC}" type="presParOf" srcId="{9510ED51-34D6-4800-A2A8-6DA7E2972A36}" destId="{AF684A19-DB5A-4F04-856D-D273B6DA12F7}" srcOrd="0" destOrd="0" presId="urn:microsoft.com/office/officeart/2018/2/layout/IconVerticalSolidList"/>
    <dgm:cxn modelId="{F77181EF-F966-4827-8DE2-BD6F91CC35BE}" type="presParOf" srcId="{9510ED51-34D6-4800-A2A8-6DA7E2972A36}" destId="{6C75054F-4A8F-4DBF-A436-5F52B58D7B7C}" srcOrd="1" destOrd="0" presId="urn:microsoft.com/office/officeart/2018/2/layout/IconVerticalSolidList"/>
    <dgm:cxn modelId="{30698299-D1FA-4021-A641-C0ACDF7CA914}" type="presParOf" srcId="{9510ED51-34D6-4800-A2A8-6DA7E2972A36}" destId="{B6BB8E7C-89AC-45F6-BD9A-388D6571A9C2}" srcOrd="2" destOrd="0" presId="urn:microsoft.com/office/officeart/2018/2/layout/IconVerticalSolidList"/>
    <dgm:cxn modelId="{69359DDB-1998-4DC6-93F4-76F4F14513BA}" type="presParOf" srcId="{9510ED51-34D6-4800-A2A8-6DA7E2972A36}" destId="{5777D836-950F-4955-97E6-AF437B5F5788}" srcOrd="3" destOrd="0" presId="urn:microsoft.com/office/officeart/2018/2/layout/IconVerticalSolidList"/>
    <dgm:cxn modelId="{36ABA865-854F-4AF4-A3ED-1999D1898E22}" type="presParOf" srcId="{5030A46F-53B9-4A69-A455-A7621B17D2CB}" destId="{0DC9B8CD-57DF-4E0A-8EBE-E9CAEDB80DDB}" srcOrd="1" destOrd="0" presId="urn:microsoft.com/office/officeart/2018/2/layout/IconVerticalSolidList"/>
    <dgm:cxn modelId="{C9B19F36-28AC-48C0-9873-C5CD751133CC}" type="presParOf" srcId="{5030A46F-53B9-4A69-A455-A7621B17D2CB}" destId="{97ACAE29-B2C4-4D1D-857A-9BD9F4286E00}" srcOrd="2" destOrd="0" presId="urn:microsoft.com/office/officeart/2018/2/layout/IconVerticalSolidList"/>
    <dgm:cxn modelId="{56F50326-2590-4F44-A92D-3CE533D7B8DB}" type="presParOf" srcId="{97ACAE29-B2C4-4D1D-857A-9BD9F4286E00}" destId="{0B99AD26-D766-47A5-9FC6-FC43F47F6FB7}" srcOrd="0" destOrd="0" presId="urn:microsoft.com/office/officeart/2018/2/layout/IconVerticalSolidList"/>
    <dgm:cxn modelId="{C21A569B-36B0-4084-A823-0A67D21DF549}" type="presParOf" srcId="{97ACAE29-B2C4-4D1D-857A-9BD9F4286E00}" destId="{E0E95E97-3232-4A3B-983C-CFEA8D522467}" srcOrd="1" destOrd="0" presId="urn:microsoft.com/office/officeart/2018/2/layout/IconVerticalSolidList"/>
    <dgm:cxn modelId="{C549B7B7-4A3A-4421-961C-70BDA8A1A69E}" type="presParOf" srcId="{97ACAE29-B2C4-4D1D-857A-9BD9F4286E00}" destId="{C4506685-E7BA-487D-9AD9-5C998F9D241B}" srcOrd="2" destOrd="0" presId="urn:microsoft.com/office/officeart/2018/2/layout/IconVerticalSolidList"/>
    <dgm:cxn modelId="{4ECD411C-2E91-4D36-816C-9F4B9964E84A}" type="presParOf" srcId="{97ACAE29-B2C4-4D1D-857A-9BD9F4286E00}" destId="{BD5CB424-A2C1-49F2-B9C9-85DD8075B8CA}" srcOrd="3" destOrd="0" presId="urn:microsoft.com/office/officeart/2018/2/layout/IconVerticalSolidList"/>
    <dgm:cxn modelId="{8880D8B7-606D-4E08-9155-1DD61F05AA6D}" type="presParOf" srcId="{5030A46F-53B9-4A69-A455-A7621B17D2CB}" destId="{372A41B8-6747-4764-9B10-5BDC915DA321}" srcOrd="3" destOrd="0" presId="urn:microsoft.com/office/officeart/2018/2/layout/IconVerticalSolidList"/>
    <dgm:cxn modelId="{48854FC7-1889-4E93-85DD-621FE16236E8}" type="presParOf" srcId="{5030A46F-53B9-4A69-A455-A7621B17D2CB}" destId="{C30857EF-CCBA-4869-92B1-BB7A7EE906FC}" srcOrd="4" destOrd="0" presId="urn:microsoft.com/office/officeart/2018/2/layout/IconVerticalSolidList"/>
    <dgm:cxn modelId="{61AA2ED7-C742-42CE-B560-35A571B39951}" type="presParOf" srcId="{C30857EF-CCBA-4869-92B1-BB7A7EE906FC}" destId="{5819A2AF-0D59-4CB1-8FEB-301BC026FDE9}" srcOrd="0" destOrd="0" presId="urn:microsoft.com/office/officeart/2018/2/layout/IconVerticalSolidList"/>
    <dgm:cxn modelId="{7F205A02-5A15-4096-91DC-AD2F39B991EA}" type="presParOf" srcId="{C30857EF-CCBA-4869-92B1-BB7A7EE906FC}" destId="{9660E71E-CCBD-4874-89BF-C751B556DCDF}" srcOrd="1" destOrd="0" presId="urn:microsoft.com/office/officeart/2018/2/layout/IconVerticalSolidList"/>
    <dgm:cxn modelId="{4A587330-BC69-498B-9C46-352A43A43DAF}" type="presParOf" srcId="{C30857EF-CCBA-4869-92B1-BB7A7EE906FC}" destId="{9F57317F-4660-42DA-91C1-742BE6B07DC4}" srcOrd="2" destOrd="0" presId="urn:microsoft.com/office/officeart/2018/2/layout/IconVerticalSolidList"/>
    <dgm:cxn modelId="{A4DCB5D0-1EA9-4ECE-97FF-928A8A8956A4}" type="presParOf" srcId="{C30857EF-CCBA-4869-92B1-BB7A7EE906FC}" destId="{C50706B6-2886-4775-A53F-60E42A4D3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83D8B10-593F-42A7-8E69-C47D2C69E8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383994-25A3-4F31-817A-AC9A76E891A8}">
      <dgm:prSet/>
      <dgm:spPr/>
      <dgm:t>
        <a:bodyPr/>
        <a:lstStyle/>
        <a:p>
          <a:r>
            <a:rPr lang="tr-TR"/>
            <a:t>Birlikte gerçekleşen olaylar analiz edilir</a:t>
          </a:r>
          <a:endParaRPr lang="en-US"/>
        </a:p>
      </dgm:t>
    </dgm:pt>
    <dgm:pt modelId="{DDB08D4E-7E9B-4B01-A840-1B30AA3ABC3B}" type="parTrans" cxnId="{4AC59CF8-23D8-4620-8AC1-60C9478505C7}">
      <dgm:prSet/>
      <dgm:spPr/>
      <dgm:t>
        <a:bodyPr/>
        <a:lstStyle/>
        <a:p>
          <a:endParaRPr lang="en-US"/>
        </a:p>
      </dgm:t>
    </dgm:pt>
    <dgm:pt modelId="{1F5499FE-FF38-4D84-BFD5-A0DAF7CC4716}" type="sibTrans" cxnId="{4AC59CF8-23D8-4620-8AC1-60C9478505C7}">
      <dgm:prSet/>
      <dgm:spPr/>
      <dgm:t>
        <a:bodyPr/>
        <a:lstStyle/>
        <a:p>
          <a:endParaRPr lang="en-US"/>
        </a:p>
      </dgm:t>
    </dgm:pt>
    <dgm:pt modelId="{44B69A38-214E-44E9-9218-E65A14092130}">
      <dgm:prSet/>
      <dgm:spPr/>
      <dgm:t>
        <a:bodyPr/>
        <a:lstStyle/>
        <a:p>
          <a:r>
            <a:rPr lang="tr-TR"/>
            <a:t>Market sepeti analizi örnektir</a:t>
          </a:r>
          <a:endParaRPr lang="en-US"/>
        </a:p>
      </dgm:t>
    </dgm:pt>
    <dgm:pt modelId="{28A85BC2-5E75-46BE-B78B-A667531CC4BE}" type="parTrans" cxnId="{252E738E-2527-4156-9D3A-F3AE1656AE7A}">
      <dgm:prSet/>
      <dgm:spPr/>
      <dgm:t>
        <a:bodyPr/>
        <a:lstStyle/>
        <a:p>
          <a:endParaRPr lang="en-US"/>
        </a:p>
      </dgm:t>
    </dgm:pt>
    <dgm:pt modelId="{325308AE-205C-416E-990F-3753F6BC4D0F}" type="sibTrans" cxnId="{252E738E-2527-4156-9D3A-F3AE1656AE7A}">
      <dgm:prSet/>
      <dgm:spPr/>
      <dgm:t>
        <a:bodyPr/>
        <a:lstStyle/>
        <a:p>
          <a:endParaRPr lang="en-US"/>
        </a:p>
      </dgm:t>
    </dgm:pt>
    <dgm:pt modelId="{3C70CD21-CFB7-4EAB-8C25-B2713B5002F4}">
      <dgm:prSet/>
      <dgm:spPr/>
      <dgm:t>
        <a:bodyPr/>
        <a:lstStyle/>
        <a:p>
          <a:r>
            <a:rPr lang="tr-TR"/>
            <a:t>Nedensellik göstermez</a:t>
          </a:r>
          <a:endParaRPr lang="en-US"/>
        </a:p>
      </dgm:t>
    </dgm:pt>
    <dgm:pt modelId="{37C3A112-164A-4535-ACA9-4DC96988D38F}" type="parTrans" cxnId="{97FD2789-3533-4995-B545-3D92B832BC1A}">
      <dgm:prSet/>
      <dgm:spPr/>
      <dgm:t>
        <a:bodyPr/>
        <a:lstStyle/>
        <a:p>
          <a:endParaRPr lang="en-US"/>
        </a:p>
      </dgm:t>
    </dgm:pt>
    <dgm:pt modelId="{7206F5E6-1438-4C19-934B-5F38D4170653}" type="sibTrans" cxnId="{97FD2789-3533-4995-B545-3D92B832BC1A}">
      <dgm:prSet/>
      <dgm:spPr/>
      <dgm:t>
        <a:bodyPr/>
        <a:lstStyle/>
        <a:p>
          <a:endParaRPr lang="en-US"/>
        </a:p>
      </dgm:t>
    </dgm:pt>
    <dgm:pt modelId="{76AFE654-EB70-3941-945C-ABB34BE2F58F}" type="pres">
      <dgm:prSet presAssocID="{683D8B10-593F-42A7-8E69-C47D2C69E83C}" presName="linear" presStyleCnt="0">
        <dgm:presLayoutVars>
          <dgm:animLvl val="lvl"/>
          <dgm:resizeHandles val="exact"/>
        </dgm:presLayoutVars>
      </dgm:prSet>
      <dgm:spPr/>
    </dgm:pt>
    <dgm:pt modelId="{926462B6-0FF7-7549-ABFD-CC300B245D9C}" type="pres">
      <dgm:prSet presAssocID="{B1383994-25A3-4F31-817A-AC9A76E891A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E67BD6-7B11-AA4E-B433-3206885F1DEF}" type="pres">
      <dgm:prSet presAssocID="{1F5499FE-FF38-4D84-BFD5-A0DAF7CC4716}" presName="spacer" presStyleCnt="0"/>
      <dgm:spPr/>
    </dgm:pt>
    <dgm:pt modelId="{BE969B9F-6BA6-B64D-A95B-B32237CF40C3}" type="pres">
      <dgm:prSet presAssocID="{44B69A38-214E-44E9-9218-E65A1409213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6E2F28-FF16-7249-80D1-F323DE026688}" type="pres">
      <dgm:prSet presAssocID="{325308AE-205C-416E-990F-3753F6BC4D0F}" presName="spacer" presStyleCnt="0"/>
      <dgm:spPr/>
    </dgm:pt>
    <dgm:pt modelId="{9F88F4F9-A415-0E48-9DA6-FC6D7F2E9892}" type="pres">
      <dgm:prSet presAssocID="{3C70CD21-CFB7-4EAB-8C25-B2713B5002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262C35-C1C8-B94C-841B-6581174492ED}" type="presOf" srcId="{683D8B10-593F-42A7-8E69-C47D2C69E83C}" destId="{76AFE654-EB70-3941-945C-ABB34BE2F58F}" srcOrd="0" destOrd="0" presId="urn:microsoft.com/office/officeart/2005/8/layout/vList2"/>
    <dgm:cxn modelId="{97FD2789-3533-4995-B545-3D92B832BC1A}" srcId="{683D8B10-593F-42A7-8E69-C47D2C69E83C}" destId="{3C70CD21-CFB7-4EAB-8C25-B2713B5002F4}" srcOrd="2" destOrd="0" parTransId="{37C3A112-164A-4535-ACA9-4DC96988D38F}" sibTransId="{7206F5E6-1438-4C19-934B-5F38D4170653}"/>
    <dgm:cxn modelId="{252E738E-2527-4156-9D3A-F3AE1656AE7A}" srcId="{683D8B10-593F-42A7-8E69-C47D2C69E83C}" destId="{44B69A38-214E-44E9-9218-E65A14092130}" srcOrd="1" destOrd="0" parTransId="{28A85BC2-5E75-46BE-B78B-A667531CC4BE}" sibTransId="{325308AE-205C-416E-990F-3753F6BC4D0F}"/>
    <dgm:cxn modelId="{669504A5-AA5E-8A40-9C0B-0AA5AA24F7B8}" type="presOf" srcId="{44B69A38-214E-44E9-9218-E65A14092130}" destId="{BE969B9F-6BA6-B64D-A95B-B32237CF40C3}" srcOrd="0" destOrd="0" presId="urn:microsoft.com/office/officeart/2005/8/layout/vList2"/>
    <dgm:cxn modelId="{D7E364B5-9C02-F24D-8850-8C1942B3B8EA}" type="presOf" srcId="{3C70CD21-CFB7-4EAB-8C25-B2713B5002F4}" destId="{9F88F4F9-A415-0E48-9DA6-FC6D7F2E9892}" srcOrd="0" destOrd="0" presId="urn:microsoft.com/office/officeart/2005/8/layout/vList2"/>
    <dgm:cxn modelId="{DF0A60D0-1409-674D-8575-A33F595165C7}" type="presOf" srcId="{B1383994-25A3-4F31-817A-AC9A76E891A8}" destId="{926462B6-0FF7-7549-ABFD-CC300B245D9C}" srcOrd="0" destOrd="0" presId="urn:microsoft.com/office/officeart/2005/8/layout/vList2"/>
    <dgm:cxn modelId="{4AC59CF8-23D8-4620-8AC1-60C9478505C7}" srcId="{683D8B10-593F-42A7-8E69-C47D2C69E83C}" destId="{B1383994-25A3-4F31-817A-AC9A76E891A8}" srcOrd="0" destOrd="0" parTransId="{DDB08D4E-7E9B-4B01-A840-1B30AA3ABC3B}" sibTransId="{1F5499FE-FF38-4D84-BFD5-A0DAF7CC4716}"/>
    <dgm:cxn modelId="{DFE3F505-9699-F74E-8357-5CAD647FDB96}" type="presParOf" srcId="{76AFE654-EB70-3941-945C-ABB34BE2F58F}" destId="{926462B6-0FF7-7549-ABFD-CC300B245D9C}" srcOrd="0" destOrd="0" presId="urn:microsoft.com/office/officeart/2005/8/layout/vList2"/>
    <dgm:cxn modelId="{9B88662D-9069-C24A-A780-5F65B73559A2}" type="presParOf" srcId="{76AFE654-EB70-3941-945C-ABB34BE2F58F}" destId="{0EE67BD6-7B11-AA4E-B433-3206885F1DEF}" srcOrd="1" destOrd="0" presId="urn:microsoft.com/office/officeart/2005/8/layout/vList2"/>
    <dgm:cxn modelId="{7CE0CD6F-F1D9-2548-B5FE-E7854203E628}" type="presParOf" srcId="{76AFE654-EB70-3941-945C-ABB34BE2F58F}" destId="{BE969B9F-6BA6-B64D-A95B-B32237CF40C3}" srcOrd="2" destOrd="0" presId="urn:microsoft.com/office/officeart/2005/8/layout/vList2"/>
    <dgm:cxn modelId="{29FF30A7-3D83-2D41-90A6-2554676A556F}" type="presParOf" srcId="{76AFE654-EB70-3941-945C-ABB34BE2F58F}" destId="{286E2F28-FF16-7249-80D1-F323DE026688}" srcOrd="3" destOrd="0" presId="urn:microsoft.com/office/officeart/2005/8/layout/vList2"/>
    <dgm:cxn modelId="{C7E889AA-A497-5547-8474-10886ADCCE49}" type="presParOf" srcId="{76AFE654-EB70-3941-945C-ABB34BE2F58F}" destId="{9F88F4F9-A415-0E48-9DA6-FC6D7F2E98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0D55094-4E35-4523-95AB-123C73675C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FA3654-689C-4839-A589-C98E39395636}">
      <dgm:prSet/>
      <dgm:spPr/>
      <dgm:t>
        <a:bodyPr/>
        <a:lstStyle/>
        <a:p>
          <a:r>
            <a:rPr lang="tr-TR"/>
            <a:t>Olayların gerçekleşme sırası önemlidir</a:t>
          </a:r>
          <a:endParaRPr lang="en-US"/>
        </a:p>
      </dgm:t>
    </dgm:pt>
    <dgm:pt modelId="{FDE1EFE2-8C67-4C14-9845-BCEA2BA547AD}" type="parTrans" cxnId="{F2284EA7-76BC-4654-A354-68138ABE7BB4}">
      <dgm:prSet/>
      <dgm:spPr/>
      <dgm:t>
        <a:bodyPr/>
        <a:lstStyle/>
        <a:p>
          <a:endParaRPr lang="en-US"/>
        </a:p>
      </dgm:t>
    </dgm:pt>
    <dgm:pt modelId="{B8AAA341-044C-4141-B723-19CECB73B93F}" type="sibTrans" cxnId="{F2284EA7-76BC-4654-A354-68138ABE7BB4}">
      <dgm:prSet/>
      <dgm:spPr/>
      <dgm:t>
        <a:bodyPr/>
        <a:lstStyle/>
        <a:p>
          <a:endParaRPr lang="en-US"/>
        </a:p>
      </dgm:t>
    </dgm:pt>
    <dgm:pt modelId="{B63504DB-3007-487E-8E11-58685694AE4B}">
      <dgm:prSet/>
      <dgm:spPr/>
      <dgm:t>
        <a:bodyPr/>
        <a:lstStyle/>
        <a:p>
          <a:r>
            <a:rPr lang="tr-TR"/>
            <a:t>Zaman bağımlı ilişkiler incelenir</a:t>
          </a:r>
          <a:endParaRPr lang="en-US"/>
        </a:p>
      </dgm:t>
    </dgm:pt>
    <dgm:pt modelId="{4FA59E51-558E-4729-B598-EBD2FF8A14EB}" type="parTrans" cxnId="{40A9A1DB-FA76-4BF3-BE14-E3671737C2E1}">
      <dgm:prSet/>
      <dgm:spPr/>
      <dgm:t>
        <a:bodyPr/>
        <a:lstStyle/>
        <a:p>
          <a:endParaRPr lang="en-US"/>
        </a:p>
      </dgm:t>
    </dgm:pt>
    <dgm:pt modelId="{89643C17-5334-4843-B5B7-0D8FD13B5E81}" type="sibTrans" cxnId="{40A9A1DB-FA76-4BF3-BE14-E3671737C2E1}">
      <dgm:prSet/>
      <dgm:spPr/>
      <dgm:t>
        <a:bodyPr/>
        <a:lstStyle/>
        <a:p>
          <a:endParaRPr lang="en-US"/>
        </a:p>
      </dgm:t>
    </dgm:pt>
    <dgm:pt modelId="{30B78C0E-F533-4D6A-A7B9-9563360D6F67}">
      <dgm:prSet/>
      <dgm:spPr/>
      <dgm:t>
        <a:bodyPr/>
        <a:lstStyle/>
        <a:p>
          <a:r>
            <a:rPr lang="tr-TR"/>
            <a:t>Örnek: müşteri davranış dizileri</a:t>
          </a:r>
          <a:endParaRPr lang="en-US"/>
        </a:p>
      </dgm:t>
    </dgm:pt>
    <dgm:pt modelId="{9F1FA5E9-A1B8-439F-B194-C85E0F0C5C49}" type="parTrans" cxnId="{518A30AE-DE12-4916-99E8-FFABBC835905}">
      <dgm:prSet/>
      <dgm:spPr/>
      <dgm:t>
        <a:bodyPr/>
        <a:lstStyle/>
        <a:p>
          <a:endParaRPr lang="en-US"/>
        </a:p>
      </dgm:t>
    </dgm:pt>
    <dgm:pt modelId="{DD88CD39-100E-4C17-AA01-4A2AB2BB6DD3}" type="sibTrans" cxnId="{518A30AE-DE12-4916-99E8-FFABBC835905}">
      <dgm:prSet/>
      <dgm:spPr/>
      <dgm:t>
        <a:bodyPr/>
        <a:lstStyle/>
        <a:p>
          <a:endParaRPr lang="en-US"/>
        </a:p>
      </dgm:t>
    </dgm:pt>
    <dgm:pt modelId="{68F85C88-8649-AD40-9AF4-889B25A5FE3A}" type="pres">
      <dgm:prSet presAssocID="{90D55094-4E35-4523-95AB-123C73675C1E}" presName="linear" presStyleCnt="0">
        <dgm:presLayoutVars>
          <dgm:animLvl val="lvl"/>
          <dgm:resizeHandles val="exact"/>
        </dgm:presLayoutVars>
      </dgm:prSet>
      <dgm:spPr/>
    </dgm:pt>
    <dgm:pt modelId="{737AF6A8-CA66-8546-9419-D69F6EB29FBA}" type="pres">
      <dgm:prSet presAssocID="{A7FA3654-689C-4839-A589-C98E3939563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B071FD-16E9-8A4F-9476-E8EB7FDF4684}" type="pres">
      <dgm:prSet presAssocID="{B8AAA341-044C-4141-B723-19CECB73B93F}" presName="spacer" presStyleCnt="0"/>
      <dgm:spPr/>
    </dgm:pt>
    <dgm:pt modelId="{87E0E770-93B5-CC46-862F-7575899ADD27}" type="pres">
      <dgm:prSet presAssocID="{B63504DB-3007-487E-8E11-58685694AE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029343-CC3B-8B4B-95F3-B74D02AE8A71}" type="pres">
      <dgm:prSet presAssocID="{89643C17-5334-4843-B5B7-0D8FD13B5E81}" presName="spacer" presStyleCnt="0"/>
      <dgm:spPr/>
    </dgm:pt>
    <dgm:pt modelId="{7A364AE9-321A-414D-B8E4-F218978F9B35}" type="pres">
      <dgm:prSet presAssocID="{30B78C0E-F533-4D6A-A7B9-9563360D6F6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284EA7-76BC-4654-A354-68138ABE7BB4}" srcId="{90D55094-4E35-4523-95AB-123C73675C1E}" destId="{A7FA3654-689C-4839-A589-C98E39395636}" srcOrd="0" destOrd="0" parTransId="{FDE1EFE2-8C67-4C14-9845-BCEA2BA547AD}" sibTransId="{B8AAA341-044C-4141-B723-19CECB73B93F}"/>
    <dgm:cxn modelId="{518A30AE-DE12-4916-99E8-FFABBC835905}" srcId="{90D55094-4E35-4523-95AB-123C73675C1E}" destId="{30B78C0E-F533-4D6A-A7B9-9563360D6F67}" srcOrd="2" destOrd="0" parTransId="{9F1FA5E9-A1B8-439F-B194-C85E0F0C5C49}" sibTransId="{DD88CD39-100E-4C17-AA01-4A2AB2BB6DD3}"/>
    <dgm:cxn modelId="{D2CF08C3-F30B-2D4F-AFFF-3F0BAB708AA7}" type="presOf" srcId="{90D55094-4E35-4523-95AB-123C73675C1E}" destId="{68F85C88-8649-AD40-9AF4-889B25A5FE3A}" srcOrd="0" destOrd="0" presId="urn:microsoft.com/office/officeart/2005/8/layout/vList2"/>
    <dgm:cxn modelId="{1CD6E2D3-095E-F847-A3F8-1CE0A3C385C7}" type="presOf" srcId="{A7FA3654-689C-4839-A589-C98E39395636}" destId="{737AF6A8-CA66-8546-9419-D69F6EB29FBA}" srcOrd="0" destOrd="0" presId="urn:microsoft.com/office/officeart/2005/8/layout/vList2"/>
    <dgm:cxn modelId="{B54D20D8-9EAA-D54A-B317-F76DF6514A47}" type="presOf" srcId="{30B78C0E-F533-4D6A-A7B9-9563360D6F67}" destId="{7A364AE9-321A-414D-B8E4-F218978F9B35}" srcOrd="0" destOrd="0" presId="urn:microsoft.com/office/officeart/2005/8/layout/vList2"/>
    <dgm:cxn modelId="{40A9A1DB-FA76-4BF3-BE14-E3671737C2E1}" srcId="{90D55094-4E35-4523-95AB-123C73675C1E}" destId="{B63504DB-3007-487E-8E11-58685694AE4B}" srcOrd="1" destOrd="0" parTransId="{4FA59E51-558E-4729-B598-EBD2FF8A14EB}" sibTransId="{89643C17-5334-4843-B5B7-0D8FD13B5E81}"/>
    <dgm:cxn modelId="{6B6D60F9-1380-A64E-AB2B-0BCD0448CDEC}" type="presOf" srcId="{B63504DB-3007-487E-8E11-58685694AE4B}" destId="{87E0E770-93B5-CC46-862F-7575899ADD27}" srcOrd="0" destOrd="0" presId="urn:microsoft.com/office/officeart/2005/8/layout/vList2"/>
    <dgm:cxn modelId="{1155DB97-7D8B-3D49-A2E1-0390FF944E73}" type="presParOf" srcId="{68F85C88-8649-AD40-9AF4-889B25A5FE3A}" destId="{737AF6A8-CA66-8546-9419-D69F6EB29FBA}" srcOrd="0" destOrd="0" presId="urn:microsoft.com/office/officeart/2005/8/layout/vList2"/>
    <dgm:cxn modelId="{D2F66A13-4D78-4343-B276-21D9E0A0B052}" type="presParOf" srcId="{68F85C88-8649-AD40-9AF4-889B25A5FE3A}" destId="{03B071FD-16E9-8A4F-9476-E8EB7FDF4684}" srcOrd="1" destOrd="0" presId="urn:microsoft.com/office/officeart/2005/8/layout/vList2"/>
    <dgm:cxn modelId="{518D6607-4742-5D46-976C-A20F1D01E1DE}" type="presParOf" srcId="{68F85C88-8649-AD40-9AF4-889B25A5FE3A}" destId="{87E0E770-93B5-CC46-862F-7575899ADD27}" srcOrd="2" destOrd="0" presId="urn:microsoft.com/office/officeart/2005/8/layout/vList2"/>
    <dgm:cxn modelId="{B64729AE-008A-F845-B29F-1AA1D0536473}" type="presParOf" srcId="{68F85C88-8649-AD40-9AF4-889B25A5FE3A}" destId="{BD029343-CC3B-8B4B-95F3-B74D02AE8A71}" srcOrd="3" destOrd="0" presId="urn:microsoft.com/office/officeart/2005/8/layout/vList2"/>
    <dgm:cxn modelId="{87AC9BA5-3C3A-AA43-A859-218EC0A07C8E}" type="presParOf" srcId="{68F85C88-8649-AD40-9AF4-889B25A5FE3A}" destId="{7A364AE9-321A-414D-B8E4-F218978F9B3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3018062-C6B2-4071-9C75-675DAAD26A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747DAC-CC1B-4E8C-95A6-9B984DA2B26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Sağlık: hastalık tahmini</a:t>
          </a:r>
          <a:endParaRPr lang="en-US"/>
        </a:p>
      </dgm:t>
    </dgm:pt>
    <dgm:pt modelId="{6928C542-7DB1-470C-9765-EF58690279B0}" type="parTrans" cxnId="{F4E0D700-31D2-4518-AD17-3A74A0732D0B}">
      <dgm:prSet/>
      <dgm:spPr/>
      <dgm:t>
        <a:bodyPr/>
        <a:lstStyle/>
        <a:p>
          <a:endParaRPr lang="en-US"/>
        </a:p>
      </dgm:t>
    </dgm:pt>
    <dgm:pt modelId="{7B107858-C975-4C86-8005-3A8B5AA28D6A}" type="sibTrans" cxnId="{F4E0D700-31D2-4518-AD17-3A74A0732D0B}">
      <dgm:prSet/>
      <dgm:spPr/>
      <dgm:t>
        <a:bodyPr/>
        <a:lstStyle/>
        <a:p>
          <a:endParaRPr lang="en-US"/>
        </a:p>
      </dgm:t>
    </dgm:pt>
    <dgm:pt modelId="{BBC41027-EC6E-4A97-97D3-D9EF859BD1E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Finans: kredi ve risk analizi</a:t>
          </a:r>
          <a:endParaRPr lang="en-US"/>
        </a:p>
      </dgm:t>
    </dgm:pt>
    <dgm:pt modelId="{DF65739E-9E81-451F-AB44-020B617E1733}" type="parTrans" cxnId="{99DDA11F-679E-4F64-93B3-B1B68F3C28E0}">
      <dgm:prSet/>
      <dgm:spPr/>
      <dgm:t>
        <a:bodyPr/>
        <a:lstStyle/>
        <a:p>
          <a:endParaRPr lang="en-US"/>
        </a:p>
      </dgm:t>
    </dgm:pt>
    <dgm:pt modelId="{F2BDF5F7-351C-4A39-A617-E8C1AF341215}" type="sibTrans" cxnId="{99DDA11F-679E-4F64-93B3-B1B68F3C28E0}">
      <dgm:prSet/>
      <dgm:spPr/>
      <dgm:t>
        <a:bodyPr/>
        <a:lstStyle/>
        <a:p>
          <a:endParaRPr lang="en-US"/>
        </a:p>
      </dgm:t>
    </dgm:pt>
    <dgm:pt modelId="{F2D27B13-F938-4B1D-82C0-047BF3B7B39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Eğitim: öğrenci başarı analizi</a:t>
          </a:r>
          <a:endParaRPr lang="en-US"/>
        </a:p>
      </dgm:t>
    </dgm:pt>
    <dgm:pt modelId="{2A7C8AE0-A5E1-4B22-BBAF-D8CD51C095C5}" type="parTrans" cxnId="{BC1E8B55-5B04-4D60-9831-91DC14388FF6}">
      <dgm:prSet/>
      <dgm:spPr/>
      <dgm:t>
        <a:bodyPr/>
        <a:lstStyle/>
        <a:p>
          <a:endParaRPr lang="en-US"/>
        </a:p>
      </dgm:t>
    </dgm:pt>
    <dgm:pt modelId="{488174FD-663B-4CE1-93EB-5D66D922F302}" type="sibTrans" cxnId="{BC1E8B55-5B04-4D60-9831-91DC14388FF6}">
      <dgm:prSet/>
      <dgm:spPr/>
      <dgm:t>
        <a:bodyPr/>
        <a:lstStyle/>
        <a:p>
          <a:endParaRPr lang="en-US"/>
        </a:p>
      </dgm:t>
    </dgm:pt>
    <dgm:pt modelId="{085D51A9-DC75-444F-83A8-535FBBB1780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Pazarlama: müşteri segmentasyonu</a:t>
          </a:r>
          <a:endParaRPr lang="en-US"/>
        </a:p>
      </dgm:t>
    </dgm:pt>
    <dgm:pt modelId="{97C24DE1-2C92-458C-A2B7-71CAF43741DF}" type="parTrans" cxnId="{30A3B048-4014-41E2-A2D7-5BCD8F98ED52}">
      <dgm:prSet/>
      <dgm:spPr/>
      <dgm:t>
        <a:bodyPr/>
        <a:lstStyle/>
        <a:p>
          <a:endParaRPr lang="en-US"/>
        </a:p>
      </dgm:t>
    </dgm:pt>
    <dgm:pt modelId="{6B51EBAB-FC30-4A05-B329-313A0CCC34C6}" type="sibTrans" cxnId="{30A3B048-4014-41E2-A2D7-5BCD8F98ED52}">
      <dgm:prSet/>
      <dgm:spPr/>
      <dgm:t>
        <a:bodyPr/>
        <a:lstStyle/>
        <a:p>
          <a:endParaRPr lang="en-US"/>
        </a:p>
      </dgm:t>
    </dgm:pt>
    <dgm:pt modelId="{D1485362-DD75-4769-A001-3D01061C9B34}" type="pres">
      <dgm:prSet presAssocID="{93018062-C6B2-4071-9C75-675DAAD26ACF}" presName="root" presStyleCnt="0">
        <dgm:presLayoutVars>
          <dgm:dir/>
          <dgm:resizeHandles val="exact"/>
        </dgm:presLayoutVars>
      </dgm:prSet>
      <dgm:spPr/>
    </dgm:pt>
    <dgm:pt modelId="{767B6FE9-E8C3-4DE9-8B0F-D8569BDED087}" type="pres">
      <dgm:prSet presAssocID="{C6747DAC-CC1B-4E8C-95A6-9B984DA2B26A}" presName="compNode" presStyleCnt="0"/>
      <dgm:spPr/>
    </dgm:pt>
    <dgm:pt modelId="{1361C5DF-A60E-4DB1-902B-A2069CBF42F0}" type="pres">
      <dgm:prSet presAssocID="{C6747DAC-CC1B-4E8C-95A6-9B984DA2B26A}" presName="bgRect" presStyleLbl="bgShp" presStyleIdx="0" presStyleCnt="4"/>
      <dgm:spPr/>
    </dgm:pt>
    <dgm:pt modelId="{FD6A0C3B-FE63-4940-AF8F-25A15746AFEA}" type="pres">
      <dgm:prSet presAssocID="{C6747DAC-CC1B-4E8C-95A6-9B984DA2B2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AE67EBAD-B142-47D2-9673-DCC25BF93236}" type="pres">
      <dgm:prSet presAssocID="{C6747DAC-CC1B-4E8C-95A6-9B984DA2B26A}" presName="spaceRect" presStyleCnt="0"/>
      <dgm:spPr/>
    </dgm:pt>
    <dgm:pt modelId="{46509636-7712-4A47-BC94-8D3DA7D535C8}" type="pres">
      <dgm:prSet presAssocID="{C6747DAC-CC1B-4E8C-95A6-9B984DA2B26A}" presName="parTx" presStyleLbl="revTx" presStyleIdx="0" presStyleCnt="4">
        <dgm:presLayoutVars>
          <dgm:chMax val="0"/>
          <dgm:chPref val="0"/>
        </dgm:presLayoutVars>
      </dgm:prSet>
      <dgm:spPr/>
    </dgm:pt>
    <dgm:pt modelId="{FBC28471-13E6-4A1D-9C65-B15167152C3A}" type="pres">
      <dgm:prSet presAssocID="{7B107858-C975-4C86-8005-3A8B5AA28D6A}" presName="sibTrans" presStyleCnt="0"/>
      <dgm:spPr/>
    </dgm:pt>
    <dgm:pt modelId="{6C4C11C4-CF38-4819-B1FC-4B5253E77A2D}" type="pres">
      <dgm:prSet presAssocID="{BBC41027-EC6E-4A97-97D3-D9EF859BD1EB}" presName="compNode" presStyleCnt="0"/>
      <dgm:spPr/>
    </dgm:pt>
    <dgm:pt modelId="{40484595-DEAE-4B7A-837F-CDF9B04619A9}" type="pres">
      <dgm:prSet presAssocID="{BBC41027-EC6E-4A97-97D3-D9EF859BD1EB}" presName="bgRect" presStyleLbl="bgShp" presStyleIdx="1" presStyleCnt="4"/>
      <dgm:spPr/>
    </dgm:pt>
    <dgm:pt modelId="{671C45E6-EF0C-4411-BF18-C6345CC5EE9D}" type="pres">
      <dgm:prSet presAssocID="{BBC41027-EC6E-4A97-97D3-D9EF859BD1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a"/>
        </a:ext>
      </dgm:extLst>
    </dgm:pt>
    <dgm:pt modelId="{2C21F8C3-44B1-421D-9CFD-615F91DC5ADB}" type="pres">
      <dgm:prSet presAssocID="{BBC41027-EC6E-4A97-97D3-D9EF859BD1EB}" presName="spaceRect" presStyleCnt="0"/>
      <dgm:spPr/>
    </dgm:pt>
    <dgm:pt modelId="{D9A38A12-D955-46EC-9586-860BBD52C9A1}" type="pres">
      <dgm:prSet presAssocID="{BBC41027-EC6E-4A97-97D3-D9EF859BD1EB}" presName="parTx" presStyleLbl="revTx" presStyleIdx="1" presStyleCnt="4">
        <dgm:presLayoutVars>
          <dgm:chMax val="0"/>
          <dgm:chPref val="0"/>
        </dgm:presLayoutVars>
      </dgm:prSet>
      <dgm:spPr/>
    </dgm:pt>
    <dgm:pt modelId="{CD84E7C8-3FC7-4D60-90DA-F5EECA1FCBFA}" type="pres">
      <dgm:prSet presAssocID="{F2BDF5F7-351C-4A39-A617-E8C1AF341215}" presName="sibTrans" presStyleCnt="0"/>
      <dgm:spPr/>
    </dgm:pt>
    <dgm:pt modelId="{C14BB06D-B349-4E6C-B13A-719EB240E228}" type="pres">
      <dgm:prSet presAssocID="{F2D27B13-F938-4B1D-82C0-047BF3B7B398}" presName="compNode" presStyleCnt="0"/>
      <dgm:spPr/>
    </dgm:pt>
    <dgm:pt modelId="{C3476E23-A0A6-4031-AF2F-AC15F716C5F2}" type="pres">
      <dgm:prSet presAssocID="{F2D27B13-F938-4B1D-82C0-047BF3B7B398}" presName="bgRect" presStyleLbl="bgShp" presStyleIdx="2" presStyleCnt="4"/>
      <dgm:spPr/>
    </dgm:pt>
    <dgm:pt modelId="{BC15C30C-C480-4071-993B-2AC81B9BE83C}" type="pres">
      <dgm:prSet presAssocID="{F2D27B13-F938-4B1D-82C0-047BF3B7B3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taplar"/>
        </a:ext>
      </dgm:extLst>
    </dgm:pt>
    <dgm:pt modelId="{4C5A4206-71A1-4106-81C5-6C1ADB4358CF}" type="pres">
      <dgm:prSet presAssocID="{F2D27B13-F938-4B1D-82C0-047BF3B7B398}" presName="spaceRect" presStyleCnt="0"/>
      <dgm:spPr/>
    </dgm:pt>
    <dgm:pt modelId="{90E61FA0-81A1-420A-9D5C-240340477C0B}" type="pres">
      <dgm:prSet presAssocID="{F2D27B13-F938-4B1D-82C0-047BF3B7B398}" presName="parTx" presStyleLbl="revTx" presStyleIdx="2" presStyleCnt="4">
        <dgm:presLayoutVars>
          <dgm:chMax val="0"/>
          <dgm:chPref val="0"/>
        </dgm:presLayoutVars>
      </dgm:prSet>
      <dgm:spPr/>
    </dgm:pt>
    <dgm:pt modelId="{3309373E-F3BA-4311-BC51-551BA047218B}" type="pres">
      <dgm:prSet presAssocID="{488174FD-663B-4CE1-93EB-5D66D922F302}" presName="sibTrans" presStyleCnt="0"/>
      <dgm:spPr/>
    </dgm:pt>
    <dgm:pt modelId="{50491CCF-565D-40D2-8786-1E4ABFE2D8C6}" type="pres">
      <dgm:prSet presAssocID="{085D51A9-DC75-444F-83A8-535FBBB1780D}" presName="compNode" presStyleCnt="0"/>
      <dgm:spPr/>
    </dgm:pt>
    <dgm:pt modelId="{6154CB29-F4D2-42FA-B0E9-FC0DC54AFE91}" type="pres">
      <dgm:prSet presAssocID="{085D51A9-DC75-444F-83A8-535FBBB1780D}" presName="bgRect" presStyleLbl="bgShp" presStyleIdx="3" presStyleCnt="4"/>
      <dgm:spPr/>
    </dgm:pt>
    <dgm:pt modelId="{8B7CC70F-2C24-480C-B7FF-DFB1D37370FE}" type="pres">
      <dgm:prSet presAssocID="{085D51A9-DC75-444F-83A8-535FBBB178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4A8E996-E3A3-4F05-B0C8-7C90CB4B6584}" type="pres">
      <dgm:prSet presAssocID="{085D51A9-DC75-444F-83A8-535FBBB1780D}" presName="spaceRect" presStyleCnt="0"/>
      <dgm:spPr/>
    </dgm:pt>
    <dgm:pt modelId="{963DF1B6-B17D-40A0-BC42-924E792A2B86}" type="pres">
      <dgm:prSet presAssocID="{085D51A9-DC75-444F-83A8-535FBBB178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E0D700-31D2-4518-AD17-3A74A0732D0B}" srcId="{93018062-C6B2-4071-9C75-675DAAD26ACF}" destId="{C6747DAC-CC1B-4E8C-95A6-9B984DA2B26A}" srcOrd="0" destOrd="0" parTransId="{6928C542-7DB1-470C-9765-EF58690279B0}" sibTransId="{7B107858-C975-4C86-8005-3A8B5AA28D6A}"/>
    <dgm:cxn modelId="{99DDA11F-679E-4F64-93B3-B1B68F3C28E0}" srcId="{93018062-C6B2-4071-9C75-675DAAD26ACF}" destId="{BBC41027-EC6E-4A97-97D3-D9EF859BD1EB}" srcOrd="1" destOrd="0" parTransId="{DF65739E-9E81-451F-AB44-020B617E1733}" sibTransId="{F2BDF5F7-351C-4A39-A617-E8C1AF341215}"/>
    <dgm:cxn modelId="{30A3B048-4014-41E2-A2D7-5BCD8F98ED52}" srcId="{93018062-C6B2-4071-9C75-675DAAD26ACF}" destId="{085D51A9-DC75-444F-83A8-535FBBB1780D}" srcOrd="3" destOrd="0" parTransId="{97C24DE1-2C92-458C-A2B7-71CAF43741DF}" sibTransId="{6B51EBAB-FC30-4A05-B329-313A0CCC34C6}"/>
    <dgm:cxn modelId="{BC1E8B55-5B04-4D60-9831-91DC14388FF6}" srcId="{93018062-C6B2-4071-9C75-675DAAD26ACF}" destId="{F2D27B13-F938-4B1D-82C0-047BF3B7B398}" srcOrd="2" destOrd="0" parTransId="{2A7C8AE0-A5E1-4B22-BBAF-D8CD51C095C5}" sibTransId="{488174FD-663B-4CE1-93EB-5D66D922F302}"/>
    <dgm:cxn modelId="{5379435F-1DF8-4A27-990B-4BBB40AF0367}" type="presOf" srcId="{F2D27B13-F938-4B1D-82C0-047BF3B7B398}" destId="{90E61FA0-81A1-420A-9D5C-240340477C0B}" srcOrd="0" destOrd="0" presId="urn:microsoft.com/office/officeart/2018/2/layout/IconVerticalSolidList"/>
    <dgm:cxn modelId="{A9C72D61-96A7-43DF-ABBA-CB06445D42A4}" type="presOf" srcId="{085D51A9-DC75-444F-83A8-535FBBB1780D}" destId="{963DF1B6-B17D-40A0-BC42-924E792A2B86}" srcOrd="0" destOrd="0" presId="urn:microsoft.com/office/officeart/2018/2/layout/IconVerticalSolidList"/>
    <dgm:cxn modelId="{A491BF7A-0583-4CB8-A124-1D46E62502B5}" type="presOf" srcId="{BBC41027-EC6E-4A97-97D3-D9EF859BD1EB}" destId="{D9A38A12-D955-46EC-9586-860BBD52C9A1}" srcOrd="0" destOrd="0" presId="urn:microsoft.com/office/officeart/2018/2/layout/IconVerticalSolidList"/>
    <dgm:cxn modelId="{E90F2C8A-0577-4DC4-ACA8-EA06FAF3A10C}" type="presOf" srcId="{93018062-C6B2-4071-9C75-675DAAD26ACF}" destId="{D1485362-DD75-4769-A001-3D01061C9B34}" srcOrd="0" destOrd="0" presId="urn:microsoft.com/office/officeart/2018/2/layout/IconVerticalSolidList"/>
    <dgm:cxn modelId="{7DF35AC5-6083-43C2-B98D-C15F4D32068E}" type="presOf" srcId="{C6747DAC-CC1B-4E8C-95A6-9B984DA2B26A}" destId="{46509636-7712-4A47-BC94-8D3DA7D535C8}" srcOrd="0" destOrd="0" presId="urn:microsoft.com/office/officeart/2018/2/layout/IconVerticalSolidList"/>
    <dgm:cxn modelId="{DF57A38E-A342-4081-A307-D2ACF8A2B330}" type="presParOf" srcId="{D1485362-DD75-4769-A001-3D01061C9B34}" destId="{767B6FE9-E8C3-4DE9-8B0F-D8569BDED087}" srcOrd="0" destOrd="0" presId="urn:microsoft.com/office/officeart/2018/2/layout/IconVerticalSolidList"/>
    <dgm:cxn modelId="{0EE0B690-2349-489E-9BDB-A49A9EFFF74F}" type="presParOf" srcId="{767B6FE9-E8C3-4DE9-8B0F-D8569BDED087}" destId="{1361C5DF-A60E-4DB1-902B-A2069CBF42F0}" srcOrd="0" destOrd="0" presId="urn:microsoft.com/office/officeart/2018/2/layout/IconVerticalSolidList"/>
    <dgm:cxn modelId="{2B0A2695-DA9B-4807-A25E-718759BE6D59}" type="presParOf" srcId="{767B6FE9-E8C3-4DE9-8B0F-D8569BDED087}" destId="{FD6A0C3B-FE63-4940-AF8F-25A15746AFEA}" srcOrd="1" destOrd="0" presId="urn:microsoft.com/office/officeart/2018/2/layout/IconVerticalSolidList"/>
    <dgm:cxn modelId="{3D652310-C205-4366-A151-1D31C17866BD}" type="presParOf" srcId="{767B6FE9-E8C3-4DE9-8B0F-D8569BDED087}" destId="{AE67EBAD-B142-47D2-9673-DCC25BF93236}" srcOrd="2" destOrd="0" presId="urn:microsoft.com/office/officeart/2018/2/layout/IconVerticalSolidList"/>
    <dgm:cxn modelId="{DAD2A57E-7A2B-42B2-80C1-3660E1CA2039}" type="presParOf" srcId="{767B6FE9-E8C3-4DE9-8B0F-D8569BDED087}" destId="{46509636-7712-4A47-BC94-8D3DA7D535C8}" srcOrd="3" destOrd="0" presId="urn:microsoft.com/office/officeart/2018/2/layout/IconVerticalSolidList"/>
    <dgm:cxn modelId="{D049812E-0AF9-4AB8-A298-5CE49B4AE28A}" type="presParOf" srcId="{D1485362-DD75-4769-A001-3D01061C9B34}" destId="{FBC28471-13E6-4A1D-9C65-B15167152C3A}" srcOrd="1" destOrd="0" presId="urn:microsoft.com/office/officeart/2018/2/layout/IconVerticalSolidList"/>
    <dgm:cxn modelId="{6F8EE389-33F0-4F0C-8043-8DA48FF481B2}" type="presParOf" srcId="{D1485362-DD75-4769-A001-3D01061C9B34}" destId="{6C4C11C4-CF38-4819-B1FC-4B5253E77A2D}" srcOrd="2" destOrd="0" presId="urn:microsoft.com/office/officeart/2018/2/layout/IconVerticalSolidList"/>
    <dgm:cxn modelId="{C87975BF-6FFE-438B-A1FC-558C105D9B72}" type="presParOf" srcId="{6C4C11C4-CF38-4819-B1FC-4B5253E77A2D}" destId="{40484595-DEAE-4B7A-837F-CDF9B04619A9}" srcOrd="0" destOrd="0" presId="urn:microsoft.com/office/officeart/2018/2/layout/IconVerticalSolidList"/>
    <dgm:cxn modelId="{F9B11554-CED9-47FE-B57D-354A2FC63504}" type="presParOf" srcId="{6C4C11C4-CF38-4819-B1FC-4B5253E77A2D}" destId="{671C45E6-EF0C-4411-BF18-C6345CC5EE9D}" srcOrd="1" destOrd="0" presId="urn:microsoft.com/office/officeart/2018/2/layout/IconVerticalSolidList"/>
    <dgm:cxn modelId="{44906F39-DCD6-4F13-BDD7-C65480EA989A}" type="presParOf" srcId="{6C4C11C4-CF38-4819-B1FC-4B5253E77A2D}" destId="{2C21F8C3-44B1-421D-9CFD-615F91DC5ADB}" srcOrd="2" destOrd="0" presId="urn:microsoft.com/office/officeart/2018/2/layout/IconVerticalSolidList"/>
    <dgm:cxn modelId="{62AB449C-D91C-4F15-8179-5C496667CED4}" type="presParOf" srcId="{6C4C11C4-CF38-4819-B1FC-4B5253E77A2D}" destId="{D9A38A12-D955-46EC-9586-860BBD52C9A1}" srcOrd="3" destOrd="0" presId="urn:microsoft.com/office/officeart/2018/2/layout/IconVerticalSolidList"/>
    <dgm:cxn modelId="{E874FD0B-9E71-4903-923F-8CFDFCE3CB87}" type="presParOf" srcId="{D1485362-DD75-4769-A001-3D01061C9B34}" destId="{CD84E7C8-3FC7-4D60-90DA-F5EECA1FCBFA}" srcOrd="3" destOrd="0" presId="urn:microsoft.com/office/officeart/2018/2/layout/IconVerticalSolidList"/>
    <dgm:cxn modelId="{9E52B840-1A7A-469C-8BAA-09773501ECA5}" type="presParOf" srcId="{D1485362-DD75-4769-A001-3D01061C9B34}" destId="{C14BB06D-B349-4E6C-B13A-719EB240E228}" srcOrd="4" destOrd="0" presId="urn:microsoft.com/office/officeart/2018/2/layout/IconVerticalSolidList"/>
    <dgm:cxn modelId="{510E2E55-3CFB-411F-BA51-726C65BF195F}" type="presParOf" srcId="{C14BB06D-B349-4E6C-B13A-719EB240E228}" destId="{C3476E23-A0A6-4031-AF2F-AC15F716C5F2}" srcOrd="0" destOrd="0" presId="urn:microsoft.com/office/officeart/2018/2/layout/IconVerticalSolidList"/>
    <dgm:cxn modelId="{1EFE6A83-DC3C-4728-963A-8BA2CFD46ED2}" type="presParOf" srcId="{C14BB06D-B349-4E6C-B13A-719EB240E228}" destId="{BC15C30C-C480-4071-993B-2AC81B9BE83C}" srcOrd="1" destOrd="0" presId="urn:microsoft.com/office/officeart/2018/2/layout/IconVerticalSolidList"/>
    <dgm:cxn modelId="{F1A266AF-35B6-4F37-83B4-C6DF720422AF}" type="presParOf" srcId="{C14BB06D-B349-4E6C-B13A-719EB240E228}" destId="{4C5A4206-71A1-4106-81C5-6C1ADB4358CF}" srcOrd="2" destOrd="0" presId="urn:microsoft.com/office/officeart/2018/2/layout/IconVerticalSolidList"/>
    <dgm:cxn modelId="{7E3C58DC-FB3E-40B2-83D7-94E9B7DFA6D2}" type="presParOf" srcId="{C14BB06D-B349-4E6C-B13A-719EB240E228}" destId="{90E61FA0-81A1-420A-9D5C-240340477C0B}" srcOrd="3" destOrd="0" presId="urn:microsoft.com/office/officeart/2018/2/layout/IconVerticalSolidList"/>
    <dgm:cxn modelId="{3304A524-EFA9-410E-AC66-65E1F42DCF8D}" type="presParOf" srcId="{D1485362-DD75-4769-A001-3D01061C9B34}" destId="{3309373E-F3BA-4311-BC51-551BA047218B}" srcOrd="5" destOrd="0" presId="urn:microsoft.com/office/officeart/2018/2/layout/IconVerticalSolidList"/>
    <dgm:cxn modelId="{23FC67B4-0DED-493C-BC8D-A428E003A956}" type="presParOf" srcId="{D1485362-DD75-4769-A001-3D01061C9B34}" destId="{50491CCF-565D-40D2-8786-1E4ABFE2D8C6}" srcOrd="6" destOrd="0" presId="urn:microsoft.com/office/officeart/2018/2/layout/IconVerticalSolidList"/>
    <dgm:cxn modelId="{BC468E78-0A3A-414B-AAF6-2DDB67E2581D}" type="presParOf" srcId="{50491CCF-565D-40D2-8786-1E4ABFE2D8C6}" destId="{6154CB29-F4D2-42FA-B0E9-FC0DC54AFE91}" srcOrd="0" destOrd="0" presId="urn:microsoft.com/office/officeart/2018/2/layout/IconVerticalSolidList"/>
    <dgm:cxn modelId="{A9032C37-2A40-4154-A476-B050A8264CED}" type="presParOf" srcId="{50491CCF-565D-40D2-8786-1E4ABFE2D8C6}" destId="{8B7CC70F-2C24-480C-B7FF-DFB1D37370FE}" srcOrd="1" destOrd="0" presId="urn:microsoft.com/office/officeart/2018/2/layout/IconVerticalSolidList"/>
    <dgm:cxn modelId="{8B798F88-CAFF-46B4-8813-BA16ECE4D689}" type="presParOf" srcId="{50491CCF-565D-40D2-8786-1E4ABFE2D8C6}" destId="{B4A8E996-E3A3-4F05-B0C8-7C90CB4B6584}" srcOrd="2" destOrd="0" presId="urn:microsoft.com/office/officeart/2018/2/layout/IconVerticalSolidList"/>
    <dgm:cxn modelId="{A3E7969E-86CB-4BDF-A8FD-8E3F5FE752DA}" type="presParOf" srcId="{50491CCF-565D-40D2-8786-1E4ABFE2D8C6}" destId="{963DF1B6-B17D-40A0-BC42-924E792A2B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60478-7A87-4B0F-9B88-1B63925E132F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39ABD-F005-44F7-8579-3B8178F051E5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756F6-AC9D-4F7B-910E-2A451CBB2357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Veri:</a:t>
          </a:r>
          <a:r>
            <a:rPr lang="tr-TR" sz="1900" b="0" i="0" kern="1200" baseline="0"/>
            <a:t> Ham gerçekler</a:t>
          </a:r>
          <a:endParaRPr lang="en-US" sz="1900" kern="1200"/>
        </a:p>
      </dsp:txBody>
      <dsp:txXfrm>
        <a:off x="877842" y="1783"/>
        <a:ext cx="5486381" cy="760036"/>
      </dsp:txXfrm>
    </dsp:sp>
    <dsp:sp modelId="{0669AE08-F6D5-4447-9A9F-97C405D07555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E8247-6EEF-400C-9465-7ADEDECD9F78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F2704-43A5-4A54-A7ED-DFC386824455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 bilimi:</a:t>
          </a:r>
          <a:r>
            <a:rPr lang="tr-TR" sz="1900" b="0" i="0" kern="1200" baseline="0"/>
            <a:t> Veriden bilgi üretme süreci</a:t>
          </a:r>
          <a:endParaRPr lang="en-US" sz="1900" kern="1200"/>
        </a:p>
      </dsp:txBody>
      <dsp:txXfrm>
        <a:off x="877842" y="951829"/>
        <a:ext cx="5486381" cy="760036"/>
      </dsp:txXfrm>
    </dsp:sp>
    <dsp:sp modelId="{C6EF95B7-A0D0-435A-802B-2CC13D71A49E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F098C-A1A4-400E-A5B2-3E324B1CF364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0CAE1-AED1-43F3-91E8-F06A83959938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 ambarları:</a:t>
          </a:r>
          <a:r>
            <a:rPr lang="tr-TR" sz="1900" b="0" i="0" kern="1200" baseline="0"/>
            <a:t> Analiz amaçlı veri depoları</a:t>
          </a:r>
          <a:endParaRPr lang="en-US" sz="1900" kern="1200"/>
        </a:p>
      </dsp:txBody>
      <dsp:txXfrm>
        <a:off x="877842" y="1901874"/>
        <a:ext cx="5486381" cy="760036"/>
      </dsp:txXfrm>
    </dsp:sp>
    <dsp:sp modelId="{A663CC9F-F731-47AC-9208-F15635B8CC5A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E5F57-7294-4388-B56F-DE937A006A24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E354E-4213-412B-9818-9B3D815DB65A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 tabanı:</a:t>
          </a:r>
          <a:r>
            <a:rPr lang="tr-TR" sz="1900" b="0" i="0" kern="1200" baseline="0"/>
            <a:t> Düzenli veri saklama sistemleri</a:t>
          </a:r>
          <a:endParaRPr lang="en-US" sz="1900" kern="1200"/>
        </a:p>
      </dsp:txBody>
      <dsp:txXfrm>
        <a:off x="877842" y="2851920"/>
        <a:ext cx="5486381" cy="760036"/>
      </dsp:txXfrm>
    </dsp:sp>
    <dsp:sp modelId="{DF8A322A-E87A-442D-A7CA-0F5D53042889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269F9-CDFD-4A11-B1E7-17130D5C9891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1AF41-F423-41CD-96B6-4D86BE738EF2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 tabanlarında bilgi keşfi:</a:t>
          </a:r>
          <a:r>
            <a:rPr lang="tr-TR" sz="1900" b="0" i="0" kern="1200" baseline="0"/>
            <a:t> Süreç yaklaşımı</a:t>
          </a:r>
          <a:endParaRPr lang="en-US" sz="1900" kern="1200"/>
        </a:p>
      </dsp:txBody>
      <dsp:txXfrm>
        <a:off x="877842" y="3801966"/>
        <a:ext cx="5486381" cy="760036"/>
      </dsp:txXfrm>
    </dsp:sp>
    <dsp:sp modelId="{84F657DD-374A-4F43-A205-D6CA70E30DA9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4BDCB-0864-432F-9970-26182D03785B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47999-2E5A-4674-8E46-143B05D6B608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Veri madenciliği:</a:t>
          </a:r>
          <a:r>
            <a:rPr lang="tr-TR" sz="1900" b="0" i="0" kern="1200" baseline="0"/>
            <a:t> Örüntü keşfi adımı</a:t>
          </a:r>
          <a:endParaRPr lang="en-US" sz="1900" kern="1200"/>
        </a:p>
      </dsp:txBody>
      <dsp:txXfrm>
        <a:off x="877842" y="4752011"/>
        <a:ext cx="5486381" cy="760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C2B19-B1DC-1B43-AE56-CA3F242A9257}">
      <dsp:nvSpPr>
        <dsp:cNvPr id="0" name=""/>
        <dsp:cNvSpPr/>
      </dsp:nvSpPr>
      <dsp:spPr>
        <a:xfrm>
          <a:off x="0" y="68183"/>
          <a:ext cx="6263640" cy="12729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0" i="0" kern="1200" baseline="0"/>
            <a:t>Ölçülen, kaydedilen veya gözlemlenen ham gerçeklerdir</a:t>
          </a:r>
          <a:endParaRPr lang="en-US" sz="3200" kern="1200"/>
        </a:p>
      </dsp:txBody>
      <dsp:txXfrm>
        <a:off x="62141" y="130324"/>
        <a:ext cx="6139358" cy="1148678"/>
      </dsp:txXfrm>
    </dsp:sp>
    <dsp:sp modelId="{8C297819-A2BB-624A-8A81-EDA075B07303}">
      <dsp:nvSpPr>
        <dsp:cNvPr id="0" name=""/>
        <dsp:cNvSpPr/>
      </dsp:nvSpPr>
      <dsp:spPr>
        <a:xfrm>
          <a:off x="0" y="1433303"/>
          <a:ext cx="6263640" cy="12729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0" i="0" kern="1200" baseline="0"/>
            <a:t>Veriler farklı yapılarda olabilir (Sayısal veya kategorik)</a:t>
          </a:r>
          <a:endParaRPr lang="en-US" sz="3200" kern="1200"/>
        </a:p>
      </dsp:txBody>
      <dsp:txXfrm>
        <a:off x="62141" y="1495444"/>
        <a:ext cx="6139358" cy="1148678"/>
      </dsp:txXfrm>
    </dsp:sp>
    <dsp:sp modelId="{622F68C9-8983-274C-9F77-A45ED0A9F173}">
      <dsp:nvSpPr>
        <dsp:cNvPr id="0" name=""/>
        <dsp:cNvSpPr/>
      </dsp:nvSpPr>
      <dsp:spPr>
        <a:xfrm>
          <a:off x="0" y="2798423"/>
          <a:ext cx="6263640" cy="12729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0" i="0" kern="1200" baseline="0"/>
            <a:t>Tek başına anlam taşımaz</a:t>
          </a:r>
          <a:endParaRPr lang="en-US" sz="3200" kern="1200"/>
        </a:p>
      </dsp:txBody>
      <dsp:txXfrm>
        <a:off x="62141" y="2860564"/>
        <a:ext cx="6139358" cy="1148678"/>
      </dsp:txXfrm>
    </dsp:sp>
    <dsp:sp modelId="{BC7C0DED-3BF5-384D-B753-DBF0F2FDE1C4}">
      <dsp:nvSpPr>
        <dsp:cNvPr id="0" name=""/>
        <dsp:cNvSpPr/>
      </dsp:nvSpPr>
      <dsp:spPr>
        <a:xfrm>
          <a:off x="0" y="4163544"/>
          <a:ext cx="6263640" cy="12729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İşlenmeden karar vermede kullanılamaz</a:t>
          </a:r>
          <a:endParaRPr lang="en-US" sz="3200" kern="1200"/>
        </a:p>
      </dsp:txBody>
      <dsp:txXfrm>
        <a:off x="62141" y="4225685"/>
        <a:ext cx="6139358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AD866-F10B-8841-A38B-9672D2D13C18}">
      <dsp:nvSpPr>
        <dsp:cNvPr id="0" name=""/>
        <dsp:cNvSpPr/>
      </dsp:nvSpPr>
      <dsp:spPr>
        <a:xfrm>
          <a:off x="0" y="3026"/>
          <a:ext cx="3584447" cy="224027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BDB88-96DC-7F43-A2C4-C17ED49A96A0}">
      <dsp:nvSpPr>
        <dsp:cNvPr id="0" name=""/>
        <dsp:cNvSpPr/>
      </dsp:nvSpPr>
      <dsp:spPr>
        <a:xfrm>
          <a:off x="833383" y="1222465"/>
          <a:ext cx="125455" cy="1254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F0C24-58C5-B345-A06F-69BCDDA4ECF3}">
      <dsp:nvSpPr>
        <dsp:cNvPr id="0" name=""/>
        <dsp:cNvSpPr/>
      </dsp:nvSpPr>
      <dsp:spPr>
        <a:xfrm>
          <a:off x="896111" y="1285193"/>
          <a:ext cx="1164945" cy="95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76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Yapısal olmayan veri</a:t>
          </a:r>
        </a:p>
      </dsp:txBody>
      <dsp:txXfrm>
        <a:off x="896111" y="1285193"/>
        <a:ext cx="1164945" cy="956599"/>
      </dsp:txXfrm>
    </dsp:sp>
    <dsp:sp modelId="{C15559A3-FE34-F547-A3B2-303BB0DA8E14}">
      <dsp:nvSpPr>
        <dsp:cNvPr id="0" name=""/>
        <dsp:cNvSpPr/>
      </dsp:nvSpPr>
      <dsp:spPr>
        <a:xfrm>
          <a:off x="1989368" y="651194"/>
          <a:ext cx="215066" cy="2150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E51D2-F087-1844-B6A6-93E88B41A914}">
      <dsp:nvSpPr>
        <dsp:cNvPr id="0" name=""/>
        <dsp:cNvSpPr/>
      </dsp:nvSpPr>
      <dsp:spPr>
        <a:xfrm>
          <a:off x="2096901" y="758727"/>
          <a:ext cx="1164945" cy="1483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59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Yapısal veri</a:t>
          </a:r>
        </a:p>
      </dsp:txBody>
      <dsp:txXfrm>
        <a:off x="2096901" y="758727"/>
        <a:ext cx="1164945" cy="14830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F5661-03F8-E546-B713-173E2AC27FA6}">
      <dsp:nvSpPr>
        <dsp:cNvPr id="0" name=""/>
        <dsp:cNvSpPr/>
      </dsp:nvSpPr>
      <dsp:spPr>
        <a:xfrm>
          <a:off x="6906929" y="3682200"/>
          <a:ext cx="277629" cy="85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398"/>
              </a:lnTo>
              <a:lnTo>
                <a:pt x="277629" y="85139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082975-4EB1-4445-8A67-3E17F0588C7D}">
      <dsp:nvSpPr>
        <dsp:cNvPr id="0" name=""/>
        <dsp:cNvSpPr/>
      </dsp:nvSpPr>
      <dsp:spPr>
        <a:xfrm>
          <a:off x="6527501" y="2368085"/>
          <a:ext cx="1119773" cy="388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40"/>
              </a:lnTo>
              <a:lnTo>
                <a:pt x="1119773" y="194340"/>
              </a:lnTo>
              <a:lnTo>
                <a:pt x="1119773" y="3886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45509C-F3E3-CA41-BE85-5D6EC3F65D4E}">
      <dsp:nvSpPr>
        <dsp:cNvPr id="0" name=""/>
        <dsp:cNvSpPr/>
      </dsp:nvSpPr>
      <dsp:spPr>
        <a:xfrm>
          <a:off x="4667381" y="3682200"/>
          <a:ext cx="277629" cy="85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398"/>
              </a:lnTo>
              <a:lnTo>
                <a:pt x="277629" y="85139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7E9AE-2CB9-934D-8D59-E57BCE824085}">
      <dsp:nvSpPr>
        <dsp:cNvPr id="0" name=""/>
        <dsp:cNvSpPr/>
      </dsp:nvSpPr>
      <dsp:spPr>
        <a:xfrm>
          <a:off x="5407728" y="2368085"/>
          <a:ext cx="1119773" cy="388681"/>
        </a:xfrm>
        <a:custGeom>
          <a:avLst/>
          <a:gdLst/>
          <a:ahLst/>
          <a:cxnLst/>
          <a:rect l="0" t="0" r="0" b="0"/>
          <a:pathLst>
            <a:path>
              <a:moveTo>
                <a:pt x="1119773" y="0"/>
              </a:moveTo>
              <a:lnTo>
                <a:pt x="1119773" y="194340"/>
              </a:lnTo>
              <a:lnTo>
                <a:pt x="0" y="194340"/>
              </a:lnTo>
              <a:lnTo>
                <a:pt x="0" y="3886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8F443-E1DA-E44A-A799-A6E5ABD52EAF}">
      <dsp:nvSpPr>
        <dsp:cNvPr id="0" name=""/>
        <dsp:cNvSpPr/>
      </dsp:nvSpPr>
      <dsp:spPr>
        <a:xfrm>
          <a:off x="4287954" y="1053970"/>
          <a:ext cx="2239547" cy="388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40"/>
              </a:lnTo>
              <a:lnTo>
                <a:pt x="2239547" y="194340"/>
              </a:lnTo>
              <a:lnTo>
                <a:pt x="2239547" y="38868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248F2A-BE49-4048-B2A7-E24B70EFBC34}">
      <dsp:nvSpPr>
        <dsp:cNvPr id="0" name=""/>
        <dsp:cNvSpPr/>
      </dsp:nvSpPr>
      <dsp:spPr>
        <a:xfrm>
          <a:off x="2427834" y="3682200"/>
          <a:ext cx="277629" cy="85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398"/>
              </a:lnTo>
              <a:lnTo>
                <a:pt x="277629" y="85139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B3DB0D-61BE-FA4A-A9E5-3474CD6DD283}">
      <dsp:nvSpPr>
        <dsp:cNvPr id="0" name=""/>
        <dsp:cNvSpPr/>
      </dsp:nvSpPr>
      <dsp:spPr>
        <a:xfrm>
          <a:off x="2048406" y="2368085"/>
          <a:ext cx="1119773" cy="388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40"/>
              </a:lnTo>
              <a:lnTo>
                <a:pt x="1119773" y="194340"/>
              </a:lnTo>
              <a:lnTo>
                <a:pt x="1119773" y="3886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9C159D-B26A-DE42-BD72-1141B4C5A94C}">
      <dsp:nvSpPr>
        <dsp:cNvPr id="0" name=""/>
        <dsp:cNvSpPr/>
      </dsp:nvSpPr>
      <dsp:spPr>
        <a:xfrm>
          <a:off x="188286" y="3682200"/>
          <a:ext cx="277629" cy="85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398"/>
              </a:lnTo>
              <a:lnTo>
                <a:pt x="277629" y="85139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BA3AB-E0D7-C642-A3E2-4CA19B49C882}">
      <dsp:nvSpPr>
        <dsp:cNvPr id="0" name=""/>
        <dsp:cNvSpPr/>
      </dsp:nvSpPr>
      <dsp:spPr>
        <a:xfrm>
          <a:off x="928632" y="2368085"/>
          <a:ext cx="1119773" cy="388681"/>
        </a:xfrm>
        <a:custGeom>
          <a:avLst/>
          <a:gdLst/>
          <a:ahLst/>
          <a:cxnLst/>
          <a:rect l="0" t="0" r="0" b="0"/>
          <a:pathLst>
            <a:path>
              <a:moveTo>
                <a:pt x="1119773" y="0"/>
              </a:moveTo>
              <a:lnTo>
                <a:pt x="1119773" y="194340"/>
              </a:lnTo>
              <a:lnTo>
                <a:pt x="0" y="194340"/>
              </a:lnTo>
              <a:lnTo>
                <a:pt x="0" y="3886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5E98B-8B79-C646-B794-1BC1C6D0A428}">
      <dsp:nvSpPr>
        <dsp:cNvPr id="0" name=""/>
        <dsp:cNvSpPr/>
      </dsp:nvSpPr>
      <dsp:spPr>
        <a:xfrm>
          <a:off x="2048406" y="1053970"/>
          <a:ext cx="2239547" cy="388681"/>
        </a:xfrm>
        <a:custGeom>
          <a:avLst/>
          <a:gdLst/>
          <a:ahLst/>
          <a:cxnLst/>
          <a:rect l="0" t="0" r="0" b="0"/>
          <a:pathLst>
            <a:path>
              <a:moveTo>
                <a:pt x="2239547" y="0"/>
              </a:moveTo>
              <a:lnTo>
                <a:pt x="2239547" y="194340"/>
              </a:lnTo>
              <a:lnTo>
                <a:pt x="0" y="194340"/>
              </a:lnTo>
              <a:lnTo>
                <a:pt x="0" y="38868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F5D24-7312-454C-97D6-FB62BB2BE4F2}">
      <dsp:nvSpPr>
        <dsp:cNvPr id="0" name=""/>
        <dsp:cNvSpPr/>
      </dsp:nvSpPr>
      <dsp:spPr>
        <a:xfrm>
          <a:off x="3362521" y="128537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Veri Türleri</a:t>
          </a:r>
        </a:p>
      </dsp:txBody>
      <dsp:txXfrm>
        <a:off x="3362521" y="128537"/>
        <a:ext cx="1850865" cy="925432"/>
      </dsp:txXfrm>
    </dsp:sp>
    <dsp:sp modelId="{EAD7AE1C-3288-CC42-89A9-FB25BB59F1F6}">
      <dsp:nvSpPr>
        <dsp:cNvPr id="0" name=""/>
        <dsp:cNvSpPr/>
      </dsp:nvSpPr>
      <dsp:spPr>
        <a:xfrm>
          <a:off x="1122973" y="144265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Kategorik</a:t>
          </a:r>
        </a:p>
      </dsp:txBody>
      <dsp:txXfrm>
        <a:off x="1122973" y="1442652"/>
        <a:ext cx="1850865" cy="925432"/>
      </dsp:txXfrm>
    </dsp:sp>
    <dsp:sp modelId="{DD757D4E-29F3-E842-8132-C85C2AC71216}">
      <dsp:nvSpPr>
        <dsp:cNvPr id="0" name=""/>
        <dsp:cNvSpPr/>
      </dsp:nvSpPr>
      <dsp:spPr>
        <a:xfrm>
          <a:off x="3199" y="2756767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Nominal</a:t>
          </a:r>
        </a:p>
      </dsp:txBody>
      <dsp:txXfrm>
        <a:off x="3199" y="2756767"/>
        <a:ext cx="1850865" cy="925432"/>
      </dsp:txXfrm>
    </dsp:sp>
    <dsp:sp modelId="{E0DF703B-7A07-1948-8450-A27B02625728}">
      <dsp:nvSpPr>
        <dsp:cNvPr id="0" name=""/>
        <dsp:cNvSpPr/>
      </dsp:nvSpPr>
      <dsp:spPr>
        <a:xfrm>
          <a:off x="465916" y="407088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Sayısal olarak ifade edilmez nitelik belirtir</a:t>
          </a:r>
          <a:b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Ör: Saç rengi, göz rengi</a:t>
          </a:r>
        </a:p>
      </dsp:txBody>
      <dsp:txXfrm>
        <a:off x="465916" y="4070882"/>
        <a:ext cx="1850865" cy="925432"/>
      </dsp:txXfrm>
    </dsp:sp>
    <dsp:sp modelId="{7D89E72D-1A19-DA46-B199-54E3FF817A9D}">
      <dsp:nvSpPr>
        <dsp:cNvPr id="0" name=""/>
        <dsp:cNvSpPr/>
      </dsp:nvSpPr>
      <dsp:spPr>
        <a:xfrm>
          <a:off x="2242747" y="2756767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Ordinal</a:t>
          </a:r>
          <a:endParaRPr lang="tr-TR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42747" y="2756767"/>
        <a:ext cx="1850865" cy="925432"/>
      </dsp:txXfrm>
    </dsp:sp>
    <dsp:sp modelId="{E059B08E-3F70-6E4A-8D80-1FB3348488FE}">
      <dsp:nvSpPr>
        <dsp:cNvPr id="0" name=""/>
        <dsp:cNvSpPr/>
      </dsp:nvSpPr>
      <dsp:spPr>
        <a:xfrm>
          <a:off x="2705463" y="407088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Sıralama söz konusudur</a:t>
          </a:r>
          <a:b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Ör: Küçük, orta, büyük</a:t>
          </a:r>
        </a:p>
      </dsp:txBody>
      <dsp:txXfrm>
        <a:off x="2705463" y="4070882"/>
        <a:ext cx="1850865" cy="925432"/>
      </dsp:txXfrm>
    </dsp:sp>
    <dsp:sp modelId="{B5C5F035-1A82-FD48-BF4A-93A8EE75E41A}">
      <dsp:nvSpPr>
        <dsp:cNvPr id="0" name=""/>
        <dsp:cNvSpPr/>
      </dsp:nvSpPr>
      <dsp:spPr>
        <a:xfrm>
          <a:off x="5602069" y="144265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Nümerik</a:t>
          </a:r>
        </a:p>
      </dsp:txBody>
      <dsp:txXfrm>
        <a:off x="5602069" y="1442652"/>
        <a:ext cx="1850865" cy="925432"/>
      </dsp:txXfrm>
    </dsp:sp>
    <dsp:sp modelId="{2237CAA0-FB98-1D40-8996-C1EA1C08516D}">
      <dsp:nvSpPr>
        <dsp:cNvPr id="0" name=""/>
        <dsp:cNvSpPr/>
      </dsp:nvSpPr>
      <dsp:spPr>
        <a:xfrm>
          <a:off x="4482295" y="2756767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Aralıklı (</a:t>
          </a:r>
          <a:r>
            <a:rPr lang="tr-TR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Interval</a:t>
          </a: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4482295" y="2756767"/>
        <a:ext cx="1850865" cy="925432"/>
      </dsp:txXfrm>
    </dsp:sp>
    <dsp:sp modelId="{285E53F1-D6C8-804E-B8E2-0AA166F0BE06}">
      <dsp:nvSpPr>
        <dsp:cNvPr id="0" name=""/>
        <dsp:cNvSpPr/>
      </dsp:nvSpPr>
      <dsp:spPr>
        <a:xfrm>
          <a:off x="4945011" y="407088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Toplama, çıkartma gibi işleler yapılabilir.</a:t>
          </a:r>
          <a:b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ÖR: sıcaklık </a:t>
          </a:r>
          <a:r>
            <a:rPr lang="tr-TR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fahrenhait</a:t>
          </a:r>
          <a:endParaRPr lang="tr-TR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45011" y="4070882"/>
        <a:ext cx="1850865" cy="925432"/>
      </dsp:txXfrm>
    </dsp:sp>
    <dsp:sp modelId="{C4E61275-29A1-804C-943C-0F65BDA04AB0}">
      <dsp:nvSpPr>
        <dsp:cNvPr id="0" name=""/>
        <dsp:cNvSpPr/>
      </dsp:nvSpPr>
      <dsp:spPr>
        <a:xfrm>
          <a:off x="6721842" y="2756767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Oranlı (</a:t>
          </a:r>
          <a:r>
            <a:rPr lang="tr-TR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Ratio</a:t>
          </a: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6721842" y="2756767"/>
        <a:ext cx="1850865" cy="925432"/>
      </dsp:txXfrm>
    </dsp:sp>
    <dsp:sp modelId="{5089CE39-35B3-3547-BAC3-CF0A84D5300E}">
      <dsp:nvSpPr>
        <dsp:cNvPr id="0" name=""/>
        <dsp:cNvSpPr/>
      </dsp:nvSpPr>
      <dsp:spPr>
        <a:xfrm>
          <a:off x="7184559" y="4070882"/>
          <a:ext cx="1850865" cy="9254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İki değer arasındaki orandır.</a:t>
          </a:r>
          <a:b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Ör; </a:t>
          </a:r>
          <a:r>
            <a:rPr lang="tr-TR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yaş,uzunluk</a:t>
          </a: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7184559" y="4070882"/>
        <a:ext cx="1850865" cy="9254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738D4-3B20-B34E-A9E6-311D64F2A31D}">
      <dsp:nvSpPr>
        <dsp:cNvPr id="0" name=""/>
        <dsp:cNvSpPr/>
      </dsp:nvSpPr>
      <dsp:spPr>
        <a:xfrm>
          <a:off x="1689718" y="1726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Veri</a:t>
          </a:r>
        </a:p>
      </dsp:txBody>
      <dsp:txXfrm>
        <a:off x="1704700" y="16708"/>
        <a:ext cx="1960292" cy="481551"/>
      </dsp:txXfrm>
    </dsp:sp>
    <dsp:sp modelId="{52893FAD-08AC-7F44-B0D5-04BA4FD32757}">
      <dsp:nvSpPr>
        <dsp:cNvPr id="0" name=""/>
        <dsp:cNvSpPr/>
      </dsp:nvSpPr>
      <dsp:spPr>
        <a:xfrm rot="5400000">
          <a:off x="2588937" y="526030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15792" y="545212"/>
        <a:ext cx="138110" cy="134273"/>
      </dsp:txXfrm>
    </dsp:sp>
    <dsp:sp modelId="{871FD93F-1617-FD41-ADCE-6F42009D2B9A}">
      <dsp:nvSpPr>
        <dsp:cNvPr id="0" name=""/>
        <dsp:cNvSpPr/>
      </dsp:nvSpPr>
      <dsp:spPr>
        <a:xfrm>
          <a:off x="1689718" y="769000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Hedef veri</a:t>
          </a:r>
        </a:p>
      </dsp:txBody>
      <dsp:txXfrm>
        <a:off x="1704700" y="783982"/>
        <a:ext cx="1960292" cy="481551"/>
      </dsp:txXfrm>
    </dsp:sp>
    <dsp:sp modelId="{D88F4F64-CD81-D44E-AA13-2F117BED6744}">
      <dsp:nvSpPr>
        <dsp:cNvPr id="0" name=""/>
        <dsp:cNvSpPr/>
      </dsp:nvSpPr>
      <dsp:spPr>
        <a:xfrm rot="5400000">
          <a:off x="2588937" y="1293303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15792" y="1312485"/>
        <a:ext cx="138110" cy="134273"/>
      </dsp:txXfrm>
    </dsp:sp>
    <dsp:sp modelId="{80C30B90-8850-6346-8A36-BDAF1B6AD427}">
      <dsp:nvSpPr>
        <dsp:cNvPr id="0" name=""/>
        <dsp:cNvSpPr/>
      </dsp:nvSpPr>
      <dsp:spPr>
        <a:xfrm>
          <a:off x="1689718" y="1536273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Ön işlenmiş veri</a:t>
          </a:r>
        </a:p>
      </dsp:txBody>
      <dsp:txXfrm>
        <a:off x="1704700" y="1551255"/>
        <a:ext cx="1960292" cy="481551"/>
      </dsp:txXfrm>
    </dsp:sp>
    <dsp:sp modelId="{2EBCC325-CD49-3C41-8EAA-F9648407BAAB}">
      <dsp:nvSpPr>
        <dsp:cNvPr id="0" name=""/>
        <dsp:cNvSpPr/>
      </dsp:nvSpPr>
      <dsp:spPr>
        <a:xfrm rot="5400000">
          <a:off x="2588937" y="2060577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15792" y="2079759"/>
        <a:ext cx="138110" cy="134273"/>
      </dsp:txXfrm>
    </dsp:sp>
    <dsp:sp modelId="{30716BA0-1C29-124F-B7F8-4A825731A46C}">
      <dsp:nvSpPr>
        <dsp:cNvPr id="0" name=""/>
        <dsp:cNvSpPr/>
      </dsp:nvSpPr>
      <dsp:spPr>
        <a:xfrm>
          <a:off x="1689718" y="2303547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Dönüştürülmüş veri</a:t>
          </a:r>
        </a:p>
      </dsp:txBody>
      <dsp:txXfrm>
        <a:off x="1704700" y="2318529"/>
        <a:ext cx="1960292" cy="481551"/>
      </dsp:txXfrm>
    </dsp:sp>
    <dsp:sp modelId="{2CA17FB1-76D6-BC4D-BC80-545327099E38}">
      <dsp:nvSpPr>
        <dsp:cNvPr id="0" name=""/>
        <dsp:cNvSpPr/>
      </dsp:nvSpPr>
      <dsp:spPr>
        <a:xfrm rot="5400000">
          <a:off x="2588937" y="2827851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15792" y="2847033"/>
        <a:ext cx="138110" cy="134273"/>
      </dsp:txXfrm>
    </dsp:sp>
    <dsp:sp modelId="{F7DCD867-D29E-6E4E-B2B2-BE5FCB23775B}">
      <dsp:nvSpPr>
        <dsp:cNvPr id="0" name=""/>
        <dsp:cNvSpPr/>
      </dsp:nvSpPr>
      <dsp:spPr>
        <a:xfrm>
          <a:off x="1689718" y="3070821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Örüntü</a:t>
          </a:r>
        </a:p>
      </dsp:txBody>
      <dsp:txXfrm>
        <a:off x="1704700" y="3085803"/>
        <a:ext cx="1960292" cy="481551"/>
      </dsp:txXfrm>
    </dsp:sp>
    <dsp:sp modelId="{9961A568-BB56-7E48-9F9D-0D8F2500FC99}">
      <dsp:nvSpPr>
        <dsp:cNvPr id="0" name=""/>
        <dsp:cNvSpPr/>
      </dsp:nvSpPr>
      <dsp:spPr>
        <a:xfrm rot="5400000">
          <a:off x="2588937" y="3595124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15792" y="3614306"/>
        <a:ext cx="138110" cy="134273"/>
      </dsp:txXfrm>
    </dsp:sp>
    <dsp:sp modelId="{9DD15223-7571-FB4A-81C2-A4A205A56D49}">
      <dsp:nvSpPr>
        <dsp:cNvPr id="0" name=""/>
        <dsp:cNvSpPr/>
      </dsp:nvSpPr>
      <dsp:spPr>
        <a:xfrm>
          <a:off x="1689718" y="3838094"/>
          <a:ext cx="1990256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BİLGİ</a:t>
          </a:r>
        </a:p>
      </dsp:txBody>
      <dsp:txXfrm>
        <a:off x="1704700" y="3853076"/>
        <a:ext cx="1960292" cy="4815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B6194-882E-9249-A1B9-074E1305C5F8}">
      <dsp:nvSpPr>
        <dsp:cNvPr id="0" name=""/>
        <dsp:cNvSpPr/>
      </dsp:nvSpPr>
      <dsp:spPr>
        <a:xfrm>
          <a:off x="2412673" y="1773271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Veri madenciliği</a:t>
          </a:r>
        </a:p>
      </dsp:txBody>
      <dsp:txXfrm>
        <a:off x="2610241" y="1970839"/>
        <a:ext cx="953941" cy="953941"/>
      </dsp:txXfrm>
    </dsp:sp>
    <dsp:sp modelId="{E129E63D-355E-EE4E-8F58-A61CB728D8FB}">
      <dsp:nvSpPr>
        <dsp:cNvPr id="0" name=""/>
        <dsp:cNvSpPr/>
      </dsp:nvSpPr>
      <dsp:spPr>
        <a:xfrm rot="16200000">
          <a:off x="2883404" y="1549799"/>
          <a:ext cx="407615" cy="39328"/>
        </a:xfrm>
        <a:custGeom>
          <a:avLst/>
          <a:gdLst/>
          <a:ahLst/>
          <a:cxnLst/>
          <a:rect l="0" t="0" r="0" b="0"/>
          <a:pathLst>
            <a:path>
              <a:moveTo>
                <a:pt x="0" y="19664"/>
              </a:moveTo>
              <a:lnTo>
                <a:pt x="407615" y="196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77022" y="1559273"/>
        <a:ext cx="20380" cy="20380"/>
      </dsp:txXfrm>
    </dsp:sp>
    <dsp:sp modelId="{9C8BC821-4634-F44F-AB29-02AA84BC7E9A}">
      <dsp:nvSpPr>
        <dsp:cNvPr id="0" name=""/>
        <dsp:cNvSpPr/>
      </dsp:nvSpPr>
      <dsp:spPr>
        <a:xfrm>
          <a:off x="2412673" y="16578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Veri tabanları</a:t>
          </a:r>
        </a:p>
      </dsp:txBody>
      <dsp:txXfrm>
        <a:off x="2610241" y="214146"/>
        <a:ext cx="953941" cy="953941"/>
      </dsp:txXfrm>
    </dsp:sp>
    <dsp:sp modelId="{7899E097-B055-9547-863C-CDA9A60579FF}">
      <dsp:nvSpPr>
        <dsp:cNvPr id="0" name=""/>
        <dsp:cNvSpPr/>
      </dsp:nvSpPr>
      <dsp:spPr>
        <a:xfrm rot="20520000">
          <a:off x="3718761" y="2156721"/>
          <a:ext cx="407615" cy="39328"/>
        </a:xfrm>
        <a:custGeom>
          <a:avLst/>
          <a:gdLst/>
          <a:ahLst/>
          <a:cxnLst/>
          <a:rect l="0" t="0" r="0" b="0"/>
          <a:pathLst>
            <a:path>
              <a:moveTo>
                <a:pt x="0" y="19664"/>
              </a:moveTo>
              <a:lnTo>
                <a:pt x="407615" y="196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12379" y="2166195"/>
        <a:ext cx="20380" cy="20380"/>
      </dsp:txXfrm>
    </dsp:sp>
    <dsp:sp modelId="{733E7BC6-59C1-DB46-BB5E-CFED092F0C36}">
      <dsp:nvSpPr>
        <dsp:cNvPr id="0" name=""/>
        <dsp:cNvSpPr/>
      </dsp:nvSpPr>
      <dsp:spPr>
        <a:xfrm>
          <a:off x="4083387" y="1230423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Makine Öğrenmesi</a:t>
          </a:r>
        </a:p>
      </dsp:txBody>
      <dsp:txXfrm>
        <a:off x="4280955" y="1427991"/>
        <a:ext cx="953941" cy="953941"/>
      </dsp:txXfrm>
    </dsp:sp>
    <dsp:sp modelId="{BFE231E6-120C-7248-87A1-A6A67D376AD9}">
      <dsp:nvSpPr>
        <dsp:cNvPr id="0" name=""/>
        <dsp:cNvSpPr/>
      </dsp:nvSpPr>
      <dsp:spPr>
        <a:xfrm rot="3240000">
          <a:off x="3399683" y="3138742"/>
          <a:ext cx="407615" cy="39328"/>
        </a:xfrm>
        <a:custGeom>
          <a:avLst/>
          <a:gdLst/>
          <a:ahLst/>
          <a:cxnLst/>
          <a:rect l="0" t="0" r="0" b="0"/>
          <a:pathLst>
            <a:path>
              <a:moveTo>
                <a:pt x="0" y="19664"/>
              </a:moveTo>
              <a:lnTo>
                <a:pt x="407615" y="196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3301" y="3148216"/>
        <a:ext cx="20380" cy="20380"/>
      </dsp:txXfrm>
    </dsp:sp>
    <dsp:sp modelId="{E20E0914-8D2B-6E46-BFB5-15F5E0126F5D}">
      <dsp:nvSpPr>
        <dsp:cNvPr id="0" name=""/>
        <dsp:cNvSpPr/>
      </dsp:nvSpPr>
      <dsp:spPr>
        <a:xfrm>
          <a:off x="3445231" y="3194465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Örüntü tanıma</a:t>
          </a:r>
        </a:p>
      </dsp:txBody>
      <dsp:txXfrm>
        <a:off x="3642799" y="3392033"/>
        <a:ext cx="953941" cy="953941"/>
      </dsp:txXfrm>
    </dsp:sp>
    <dsp:sp modelId="{4F48F214-5CAA-E148-8648-9E6ECB306085}">
      <dsp:nvSpPr>
        <dsp:cNvPr id="0" name=""/>
        <dsp:cNvSpPr/>
      </dsp:nvSpPr>
      <dsp:spPr>
        <a:xfrm rot="7560000">
          <a:off x="2367125" y="3138742"/>
          <a:ext cx="407615" cy="39328"/>
        </a:xfrm>
        <a:custGeom>
          <a:avLst/>
          <a:gdLst/>
          <a:ahLst/>
          <a:cxnLst/>
          <a:rect l="0" t="0" r="0" b="0"/>
          <a:pathLst>
            <a:path>
              <a:moveTo>
                <a:pt x="0" y="19664"/>
              </a:moveTo>
              <a:lnTo>
                <a:pt x="407615" y="196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560743" y="3148216"/>
        <a:ext cx="20380" cy="20380"/>
      </dsp:txXfrm>
    </dsp:sp>
    <dsp:sp modelId="{26D05187-851E-A745-81DD-BF9598578024}">
      <dsp:nvSpPr>
        <dsp:cNvPr id="0" name=""/>
        <dsp:cNvSpPr/>
      </dsp:nvSpPr>
      <dsp:spPr>
        <a:xfrm>
          <a:off x="1380115" y="3194465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İstatistik</a:t>
          </a:r>
        </a:p>
      </dsp:txBody>
      <dsp:txXfrm>
        <a:off x="1577683" y="3392033"/>
        <a:ext cx="953941" cy="953941"/>
      </dsp:txXfrm>
    </dsp:sp>
    <dsp:sp modelId="{0C4686D6-AE16-2943-8D56-835075735B2D}">
      <dsp:nvSpPr>
        <dsp:cNvPr id="0" name=""/>
        <dsp:cNvSpPr/>
      </dsp:nvSpPr>
      <dsp:spPr>
        <a:xfrm rot="11880000">
          <a:off x="2048047" y="2156721"/>
          <a:ext cx="407615" cy="39328"/>
        </a:xfrm>
        <a:custGeom>
          <a:avLst/>
          <a:gdLst/>
          <a:ahLst/>
          <a:cxnLst/>
          <a:rect l="0" t="0" r="0" b="0"/>
          <a:pathLst>
            <a:path>
              <a:moveTo>
                <a:pt x="0" y="19664"/>
              </a:moveTo>
              <a:lnTo>
                <a:pt x="407615" y="196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241665" y="2166195"/>
        <a:ext cx="20380" cy="20380"/>
      </dsp:txXfrm>
    </dsp:sp>
    <dsp:sp modelId="{D7B63E2E-EF63-1343-91C8-F5BF549E2C1E}">
      <dsp:nvSpPr>
        <dsp:cNvPr id="0" name=""/>
        <dsp:cNvSpPr/>
      </dsp:nvSpPr>
      <dsp:spPr>
        <a:xfrm>
          <a:off x="741959" y="1230423"/>
          <a:ext cx="1349077" cy="134907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Görselleştirme</a:t>
          </a:r>
        </a:p>
      </dsp:txBody>
      <dsp:txXfrm>
        <a:off x="939527" y="1427991"/>
        <a:ext cx="953941" cy="9539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792BF-80B8-45D0-8AA7-19ABBD07DFDF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408FC-8CF2-4C9F-9C76-E97D399C188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EE229-9BDD-492C-9C43-C9130B739F37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b="0" i="0" kern="1200" baseline="0"/>
            <a:t>Müşteri davranışlarını analiz etme</a:t>
          </a:r>
          <a:endParaRPr lang="en-US" sz="2500" kern="1200"/>
        </a:p>
      </dsp:txBody>
      <dsp:txXfrm>
        <a:off x="1844034" y="682"/>
        <a:ext cx="4401230" cy="1596566"/>
      </dsp:txXfrm>
    </dsp:sp>
    <dsp:sp modelId="{9DF15DE2-3BB7-4953-A90E-D175FA3D8FF6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EE05D-62E1-4CAD-89B7-D8538C273601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BAA87-8681-407E-AF0C-7C128F11E97F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Satış ve pazarlama stratejileri geliştirme</a:t>
          </a:r>
          <a:endParaRPr lang="en-US" sz="2500" kern="1200"/>
        </a:p>
      </dsp:txBody>
      <dsp:txXfrm>
        <a:off x="1844034" y="1996390"/>
        <a:ext cx="4401230" cy="1596566"/>
      </dsp:txXfrm>
    </dsp:sp>
    <dsp:sp modelId="{80035F68-2549-432A-A284-4D17E3E15649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EF71A-05D1-46E1-A160-B20165464B09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03FA3-BD45-44EE-BD04-493171F437DD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Risk ve maliyetleri azaltma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7130D-5DA9-4642-A6CE-AB0DD812C2F1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50A23-7E89-46D8-B6EE-BB03AF870747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436CA-F18F-4366-BA18-18747A7FDA32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Büyük veri kümelerinden yeni bilgi üretme</a:t>
          </a:r>
          <a:endParaRPr lang="en-US" sz="2500" kern="1200"/>
        </a:p>
      </dsp:txBody>
      <dsp:txXfrm>
        <a:off x="1816103" y="671"/>
        <a:ext cx="4447536" cy="1572384"/>
      </dsp:txXfrm>
    </dsp:sp>
    <dsp:sp modelId="{F6FF09F4-BA83-4307-9D9A-1DF1AFE6C7DC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8BAD1-F23D-4604-8EEC-58219BEE0BE2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0C242-371E-41F3-A67C-473486FC9F39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Hipotez oluşturma ve test etme</a:t>
          </a:r>
          <a:endParaRPr lang="en-US" sz="2500" kern="1200"/>
        </a:p>
      </dsp:txBody>
      <dsp:txXfrm>
        <a:off x="1816103" y="1966151"/>
        <a:ext cx="4447536" cy="1572384"/>
      </dsp:txXfrm>
    </dsp:sp>
    <dsp:sp modelId="{8D84896A-E6F9-47EE-9DFD-B7E698DFBAD5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5E9DB-4340-428C-8DF7-B6B98D3E6D23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52FF5-BA87-46D8-969C-AF762971D943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Karmaşık sistemleri anlamlandırma</a:t>
          </a:r>
          <a:endParaRPr lang="en-US" sz="2500" kern="1200"/>
        </a:p>
      </dsp:txBody>
      <dsp:txXfrm>
        <a:off x="1816103" y="3931632"/>
        <a:ext cx="4447536" cy="15723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7BF61-2337-DA48-80B8-E4C15A0A394B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84B4F-DED6-D04E-9C40-98FC603D9482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Tahmin edici yöntemler</a:t>
          </a:r>
          <a:endParaRPr lang="en-US" sz="3500" kern="1200"/>
        </a:p>
      </dsp:txBody>
      <dsp:txXfrm>
        <a:off x="383617" y="1447754"/>
        <a:ext cx="2847502" cy="1768010"/>
      </dsp:txXfrm>
    </dsp:sp>
    <dsp:sp modelId="{F160A25A-3869-8C4B-9CEF-46D7AE886E22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7D11F-BED5-4D4A-BA7B-C50EE322DA41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Tanımlayıcı yöntemler</a:t>
          </a:r>
          <a:endParaRPr lang="en-US" sz="3500" kern="1200"/>
        </a:p>
      </dsp:txBody>
      <dsp:txXfrm>
        <a:off x="3998355" y="1447754"/>
        <a:ext cx="2847502" cy="1768010"/>
      </dsp:txXfrm>
    </dsp:sp>
    <dsp:sp modelId="{F7EDB87F-66B9-B241-955E-0E857A6E191A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D9080-42AA-D946-877D-06F3905C0280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Denetimli ve denetimsiz yaklaşımlar</a:t>
          </a:r>
          <a:endParaRPr lang="en-US" sz="3500" kern="1200"/>
        </a:p>
      </dsp:txBody>
      <dsp:txXfrm>
        <a:off x="7613092" y="1447754"/>
        <a:ext cx="2847502" cy="17680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6F0AD-C2F9-4F1E-A96B-2FE58031C5B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F79C5-1B3B-4CC5-8F50-C70E78E486A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F47C0-A24F-42D8-A894-FA1EA0629974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Verinin yapısını ortaya koyar</a:t>
          </a:r>
          <a:endParaRPr lang="en-US" sz="2500" kern="1200"/>
        </a:p>
      </dsp:txBody>
      <dsp:txXfrm>
        <a:off x="1435590" y="531"/>
        <a:ext cx="9080009" cy="1242935"/>
      </dsp:txXfrm>
    </dsp:sp>
    <dsp:sp modelId="{CFA0908A-6901-46D5-9450-1B4FB97C211D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F1EDD-6A4C-48EC-A68F-6F8C9C4A2A1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F66B5-0D76-41DE-9F65-7E888CE3726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Örüntü ve ilişkileri keşfeder</a:t>
          </a:r>
          <a:endParaRPr lang="en-US" sz="2500" kern="1200"/>
        </a:p>
      </dsp:txBody>
      <dsp:txXfrm>
        <a:off x="1435590" y="1554201"/>
        <a:ext cx="9080009" cy="1242935"/>
      </dsp:txXfrm>
    </dsp:sp>
    <dsp:sp modelId="{CDFA8E5E-EC27-42B7-80F3-D2AFE828E26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D0DB7-574A-40B4-9B9D-907B1B5BAA2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DB9E1-5941-4608-B4BF-7FB5528D97F8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Kümeleme ve birliktelik kuralları örnektir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7CF1A-8ACE-44F5-BC24-B3825F0201F8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5B1CC-4067-4F93-B9BD-FBCD20F6EC15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2C08D-8959-4A87-BD10-B814A6F86FDA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Hedef değişken kategoriktir</a:t>
          </a:r>
          <a:endParaRPr lang="en-US" sz="2500" kern="1200"/>
        </a:p>
      </dsp:txBody>
      <dsp:txXfrm>
        <a:off x="1819120" y="673"/>
        <a:ext cx="4545103" cy="1574995"/>
      </dsp:txXfrm>
    </dsp:sp>
    <dsp:sp modelId="{97F65AD7-B899-48B4-82AC-C6334B519361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85CAF-DF9A-4C2F-872C-59CD9813D34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BD456-997D-4931-983A-6F3B3A39406E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Etiketli veri kullanılır</a:t>
          </a:r>
          <a:endParaRPr lang="en-US" sz="2500" kern="1200"/>
        </a:p>
      </dsp:txBody>
      <dsp:txXfrm>
        <a:off x="1819120" y="1969418"/>
        <a:ext cx="4545103" cy="1574995"/>
      </dsp:txXfrm>
    </dsp:sp>
    <dsp:sp modelId="{74D94C95-238B-49DE-A200-95D06D0A7893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36D87-461B-4AE9-8063-3D6FCDC1BF2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C00B1-5EF1-41C7-BEC0-D32571E1E3D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Örnek: kredi risk sınıfları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909D1-8484-4BF0-887F-0D4CD12EF4D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E15E8-58D9-4240-999B-1837259A478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A78CD-3A67-49F3-A7DA-755917DEC7A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Hedef değişken süreklidir</a:t>
          </a:r>
          <a:endParaRPr lang="en-US" sz="2500" kern="1200"/>
        </a:p>
      </dsp:txBody>
      <dsp:txXfrm>
        <a:off x="1435590" y="531"/>
        <a:ext cx="9080009" cy="1242935"/>
      </dsp:txXfrm>
    </dsp:sp>
    <dsp:sp modelId="{633B8EEB-4505-4354-8019-441AB65EB30A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C4215-AA9B-433C-88F2-5A5AD2F7D57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995A7-F653-4794-8A4E-1CEEAEDE4C4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Sayısal tahmin yapılır</a:t>
          </a:r>
          <a:endParaRPr lang="en-US" sz="2500" kern="1200"/>
        </a:p>
      </dsp:txBody>
      <dsp:txXfrm>
        <a:off x="1435590" y="1554201"/>
        <a:ext cx="9080009" cy="1242935"/>
      </dsp:txXfrm>
    </dsp:sp>
    <dsp:sp modelId="{0FCCEEF4-3155-497A-93E2-920E6CBAB50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0090A-DE56-4F62-9A5D-4118A448E8A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96980-19A8-458B-9D6E-E3DE3D6B4422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Örnek: satış veya talep tahmini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84A19-DB5A-4F04-856D-D273B6DA12F7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5054F-4A8F-4DBF-A436-5F52B58D7B7C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7D836-950F-4955-97E6-AF437B5F5788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Etiketli veri yoktur</a:t>
          </a:r>
          <a:endParaRPr lang="en-US" sz="2500" kern="1200"/>
        </a:p>
      </dsp:txBody>
      <dsp:txXfrm>
        <a:off x="1819120" y="673"/>
        <a:ext cx="4545103" cy="1574995"/>
      </dsp:txXfrm>
    </dsp:sp>
    <dsp:sp modelId="{0B99AD26-D766-47A5-9FC6-FC43F47F6FB7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95E97-3232-4A3B-983C-CFEA8D522467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CB424-A2C1-49F2-B9C9-85DD8075B8CA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Benzer gözlemler gruplandırılır</a:t>
          </a:r>
          <a:endParaRPr lang="en-US" sz="2500" kern="1200"/>
        </a:p>
      </dsp:txBody>
      <dsp:txXfrm>
        <a:off x="1819120" y="1969418"/>
        <a:ext cx="4545103" cy="1574995"/>
      </dsp:txXfrm>
    </dsp:sp>
    <dsp:sp modelId="{5819A2AF-0D59-4CB1-8FEB-301BC026FDE9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0E71E-CCBD-4874-89BF-C751B556DCDF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706B6-2886-4775-A53F-60E42A4D362A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Keşif amaçlı kullanılır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462B6-0FF7-7549-ABFD-CC300B245D9C}">
      <dsp:nvSpPr>
        <dsp:cNvPr id="0" name=""/>
        <dsp:cNvSpPr/>
      </dsp:nvSpPr>
      <dsp:spPr>
        <a:xfrm>
          <a:off x="0" y="30812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Birlikte gerçekleşen olaylar analiz edilir</a:t>
          </a:r>
          <a:endParaRPr lang="en-US" sz="4700" kern="1200"/>
        </a:p>
      </dsp:txBody>
      <dsp:txXfrm>
        <a:off x="56372" y="364496"/>
        <a:ext cx="10402856" cy="1042046"/>
      </dsp:txXfrm>
    </dsp:sp>
    <dsp:sp modelId="{BE969B9F-6BA6-B64D-A95B-B32237CF40C3}">
      <dsp:nvSpPr>
        <dsp:cNvPr id="0" name=""/>
        <dsp:cNvSpPr/>
      </dsp:nvSpPr>
      <dsp:spPr>
        <a:xfrm>
          <a:off x="0" y="159827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Market sepeti analizi örnektir</a:t>
          </a:r>
          <a:endParaRPr lang="en-US" sz="4700" kern="1200"/>
        </a:p>
      </dsp:txBody>
      <dsp:txXfrm>
        <a:off x="56372" y="1654646"/>
        <a:ext cx="10402856" cy="1042046"/>
      </dsp:txXfrm>
    </dsp:sp>
    <dsp:sp modelId="{9F88F4F9-A415-0E48-9DA6-FC6D7F2E9892}">
      <dsp:nvSpPr>
        <dsp:cNvPr id="0" name=""/>
        <dsp:cNvSpPr/>
      </dsp:nvSpPr>
      <dsp:spPr>
        <a:xfrm>
          <a:off x="0" y="288842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Nedensellik göstermez</a:t>
          </a:r>
          <a:endParaRPr lang="en-US" sz="4700" kern="1200"/>
        </a:p>
      </dsp:txBody>
      <dsp:txXfrm>
        <a:off x="56372" y="2944796"/>
        <a:ext cx="10402856" cy="104204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AF6A8-CA66-8546-9419-D69F6EB29FBA}">
      <dsp:nvSpPr>
        <dsp:cNvPr id="0" name=""/>
        <dsp:cNvSpPr/>
      </dsp:nvSpPr>
      <dsp:spPr>
        <a:xfrm>
          <a:off x="0" y="30812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Olayların gerçekleşme sırası önemlidir</a:t>
          </a:r>
          <a:endParaRPr lang="en-US" sz="4700" kern="1200"/>
        </a:p>
      </dsp:txBody>
      <dsp:txXfrm>
        <a:off x="56372" y="364496"/>
        <a:ext cx="10402856" cy="1042046"/>
      </dsp:txXfrm>
    </dsp:sp>
    <dsp:sp modelId="{87E0E770-93B5-CC46-862F-7575899ADD27}">
      <dsp:nvSpPr>
        <dsp:cNvPr id="0" name=""/>
        <dsp:cNvSpPr/>
      </dsp:nvSpPr>
      <dsp:spPr>
        <a:xfrm>
          <a:off x="0" y="159827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Zaman bağımlı ilişkiler incelenir</a:t>
          </a:r>
          <a:endParaRPr lang="en-US" sz="4700" kern="1200"/>
        </a:p>
      </dsp:txBody>
      <dsp:txXfrm>
        <a:off x="56372" y="1654646"/>
        <a:ext cx="10402856" cy="1042046"/>
      </dsp:txXfrm>
    </dsp:sp>
    <dsp:sp modelId="{7A364AE9-321A-414D-B8E4-F218978F9B35}">
      <dsp:nvSpPr>
        <dsp:cNvPr id="0" name=""/>
        <dsp:cNvSpPr/>
      </dsp:nvSpPr>
      <dsp:spPr>
        <a:xfrm>
          <a:off x="0" y="2888424"/>
          <a:ext cx="10515600" cy="1154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700" kern="1200"/>
            <a:t>Örnek: müşteri davranış dizileri</a:t>
          </a:r>
          <a:endParaRPr lang="en-US" sz="4700" kern="1200"/>
        </a:p>
      </dsp:txBody>
      <dsp:txXfrm>
        <a:off x="56372" y="2944796"/>
        <a:ext cx="10402856" cy="10420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1C5DF-A60E-4DB1-902B-A2069CBF42F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A0C3B-FE63-4940-AF8F-25A15746AFE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509636-7712-4A47-BC94-8D3DA7D535C8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Sağlık: hastalık tahmini</a:t>
          </a:r>
          <a:endParaRPr lang="en-US" sz="2200" kern="1200"/>
        </a:p>
      </dsp:txBody>
      <dsp:txXfrm>
        <a:off x="1057183" y="1805"/>
        <a:ext cx="9458416" cy="915310"/>
      </dsp:txXfrm>
    </dsp:sp>
    <dsp:sp modelId="{40484595-DEAE-4B7A-837F-CDF9B04619A9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C45E6-EF0C-4411-BF18-C6345CC5EE9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38A12-D955-46EC-9586-860BBD52C9A1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Finans: kredi ve risk analizi</a:t>
          </a:r>
          <a:endParaRPr lang="en-US" sz="2200" kern="1200"/>
        </a:p>
      </dsp:txBody>
      <dsp:txXfrm>
        <a:off x="1057183" y="1145944"/>
        <a:ext cx="9458416" cy="915310"/>
      </dsp:txXfrm>
    </dsp:sp>
    <dsp:sp modelId="{C3476E23-A0A6-4031-AF2F-AC15F716C5F2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5C30C-C480-4071-993B-2AC81B9BE83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61FA0-81A1-420A-9D5C-240340477C0B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Eğitim: öğrenci başarı analizi</a:t>
          </a:r>
          <a:endParaRPr lang="en-US" sz="2200" kern="1200"/>
        </a:p>
      </dsp:txBody>
      <dsp:txXfrm>
        <a:off x="1057183" y="2290082"/>
        <a:ext cx="9458416" cy="915310"/>
      </dsp:txXfrm>
    </dsp:sp>
    <dsp:sp modelId="{6154CB29-F4D2-42FA-B0E9-FC0DC54AFE91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CC70F-2C24-480C-B7FF-DFB1D37370FE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DF1B6-B17D-40A0-BC42-924E792A2B86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Pazarlama: müşteri segmentasyonu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D6A0A-FA5A-0446-B893-0668C0AE4F31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2CCD3-AC7D-2E48-BFF0-866C7B629D5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58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2CCD3-AC7D-2E48-BFF0-866C7B629D5F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008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462E33-8F33-87BB-0CBD-535290675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7F08C9B-1CA8-40C9-04F0-0C03C9D97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43D37C-8C02-6A9B-EDA2-21BA0D7D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E833A8B-0B06-3115-42C2-FF5C3155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AD645C-1202-DB67-8EB6-0FD45B43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990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DCE66E-3C08-C47C-4A89-5C7CE3B0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3D7127-CBE9-A276-F3BE-9E2D38087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70314E-F38C-34B9-69FC-05F04BB1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A976A8-0E46-68BF-F024-4FBE5498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183F98-441D-CDCD-7972-A023C398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85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D968BB-3600-4166-0043-0654DB74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57EA6E3-CBEA-C537-8A43-646E284AD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47D9EAF-B0FF-289C-80D0-637183ED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52393D7-C9DE-0165-AF10-20782FB3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2FC8F1-0B3D-8854-11E3-B2ABB109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39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36986D-2FEA-1DDC-D112-EA774128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9E212F-007E-7073-8FB3-1A449897C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195E42-3100-CB99-4C72-3B22B94FB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11195E5-1B50-6EC5-6EDF-FEC6E4AD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7DD446E-71D1-6784-CE71-44ED4759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3E2C7C-09F7-4D43-C28C-9A7063F0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921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32805B-D826-51CE-D36D-0B29D57F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CA75A75-4FC8-2565-D69E-1B8F109E0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2EB741D-F461-E100-A596-412F16337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695844E-6270-8624-CF7E-D72D36788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52158CD-4E52-C92D-8968-CD634CED7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3D564DD-6A70-6E6F-82CF-7B9E7BB3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BBCB9D5-8247-5557-4E84-9758C6A8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0C62C73-6A82-64B6-4D15-D58E36EA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899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17BA93-0628-BF33-699C-95673D02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D92EC86-D22B-E530-88F0-4EAF7BD8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00CB49D-5F52-B470-1896-B428FE11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7403C8F-EA04-6F91-3F79-05C6148C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699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8BCF609-130D-859F-21F7-0A05B6BA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D680A37-7968-0840-0123-F5F403A3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5A852D-F5B2-0706-D790-227C8B87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03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F4A46D-35D3-EB4C-418C-2AAE3C8E0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9BD276-28A6-6A80-E6BC-328919E4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4EE7DE4-54DD-0F6A-D3C3-18F7766F5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33BAF76-9048-2E16-96E6-34F142AC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7104922-6F00-F57D-F563-5980450A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93CABFB-9B34-244E-EEC3-2BE69FD3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315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A577C1-2AB1-2D78-6C22-7912C4FA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3D51359-852F-5828-1529-49B29B46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40751AE-A032-78D5-BE76-057D16A4D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90FB293-3C72-B3F2-2CB6-531CC575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F38C5C-64D1-390F-5804-0947DFC7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D1674CC-C067-A3C9-7F7F-B52ADC5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716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E1B17F-AC80-801C-1B53-FF927B30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9281417-6C38-6304-F7A4-759EF80ED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12E006-BE45-57B7-3398-F2669D02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C0B3AA2-4273-AA91-5430-CA6C675F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4626D9-3462-174C-2047-4906D94C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888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E119E54-5214-5926-637C-CD6430680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872369C-9254-A920-7DE4-1EE3611F3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0E6471-C617-7D0E-5A76-AE133652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AE2CA9-2B95-4F09-B263-B4C5628A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97DB1CF-F917-5CE3-9078-1C5C7CAE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180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DE18800-2309-D84F-A296-4171BC07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3DCDCB-E1C7-9E79-CDF1-8D415AF9A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4FA0F96-16C5-6909-3358-EB1485AD0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BD404-4D59-B440-A149-02165F9A0557}" type="datetimeFigureOut">
              <a:rPr lang="tr-TR" smtClean="0"/>
              <a:t>11.02.2026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2EF636-9AA0-7372-B73C-FD0B28CBD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B8185A7-32E0-B0D2-9944-46853B194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DF5C5-C5F9-554C-A4CB-FC9ADD2FD3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732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36AA0A-9512-A641-76D2-DCDF5A5A6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tr-TR" sz="4800"/>
              <a:t>Veri Madenciliği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FCBD1F4-45F2-6EE0-B614-29B5935D9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tr-TR">
                <a:solidFill>
                  <a:srgbClr val="FFFFFF"/>
                </a:solidFill>
              </a:rPr>
              <a:t>Dr. Deniz Demircioğlu Diren</a:t>
            </a:r>
          </a:p>
        </p:txBody>
      </p:sp>
    </p:spTree>
    <p:extLst>
      <p:ext uri="{BB962C8B-B14F-4D97-AF65-F5344CB8AC3E}">
        <p14:creationId xmlns:p14="http://schemas.microsoft.com/office/powerpoint/2010/main" val="126967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9BA347-4CC0-5017-A223-AB89F568A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tr-TR" sz="3200" dirty="0"/>
              <a:t>Dersin Amacı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8A353-12D4-2293-69CA-D61B7241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562" b="-445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0F35C5-F2AA-8F06-A12F-14D643416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6" y="2551176"/>
            <a:ext cx="5815443" cy="3591207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Büyük veri kümeleri içerisinden anlamlı bilgilerin nasıl çıkarıldığını öğretmek,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Veri madenciliği tekniklerini tanıtmak,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Gerçek hayat problemlerine uygun yöntem seçme becerisi kazandırmaktır.</a:t>
            </a:r>
          </a:p>
          <a:p>
            <a:pPr algn="just">
              <a:lnSpc>
                <a:spcPct val="15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02414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519C91D-D371-408C-0AD3-AA6D8A42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tr-TR" altLang="tr-TR" sz="4000"/>
              <a:t>Veri Madenciliği Temel Kavramlar</a:t>
            </a:r>
            <a:endParaRPr lang="tr-TR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A29F7896-56D7-CB37-A695-50B55D31F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96446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3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97D08D-13F1-53D6-6074-276090A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2591665"/>
          </a:xfrm>
        </p:spPr>
        <p:txBody>
          <a:bodyPr>
            <a:normAutofit/>
          </a:bodyPr>
          <a:lstStyle/>
          <a:p>
            <a:r>
              <a:rPr lang="tr-TR" sz="5200" dirty="0"/>
              <a:t>Veri Nedir?</a:t>
            </a:r>
          </a:p>
        </p:txBody>
      </p:sp>
      <p:graphicFrame>
        <p:nvGraphicFramePr>
          <p:cNvPr id="20" name="İçerik Yer Tutucusu 2">
            <a:extLst>
              <a:ext uri="{FF2B5EF4-FFF2-40B4-BE49-F238E27FC236}">
                <a16:creationId xmlns:a16="http://schemas.microsoft.com/office/drawing/2014/main" id="{2154D8CC-A6A1-18E6-A693-647A09AC1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47718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yagram 3">
            <a:extLst>
              <a:ext uri="{FF2B5EF4-FFF2-40B4-BE49-F238E27FC236}">
                <a16:creationId xmlns:a16="http://schemas.microsoft.com/office/drawing/2014/main" id="{A28424BE-2087-D2E6-1CE9-78BC0AADC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734756"/>
              </p:ext>
            </p:extLst>
          </p:nvPr>
        </p:nvGraphicFramePr>
        <p:xfrm>
          <a:off x="1068325" y="3881774"/>
          <a:ext cx="3584447" cy="2243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7503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D105CF-3740-D50E-62EF-62DF2DAA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Veri Bilimi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4105B9-051F-DDAD-2430-4B600DA02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330" y="1885279"/>
            <a:ext cx="7380969" cy="3683358"/>
          </a:xfrm>
        </p:spPr>
        <p:txBody>
          <a:bodyPr anchor="ctr"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Veriden bilgi ve değer üretmeyi amaçlayan disiplin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İstatistik, bilgisayar bilimi ve alan bilgisini birleştirir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Veri madenciliği, veri biliminin önemli bir parçasıdır</a:t>
            </a:r>
            <a:endParaRPr lang="tr-TR" sz="2400" dirty="0"/>
          </a:p>
        </p:txBody>
      </p:sp>
      <p:grpSp>
        <p:nvGrpSpPr>
          <p:cNvPr id="34" name="Grup 33">
            <a:extLst>
              <a:ext uri="{FF2B5EF4-FFF2-40B4-BE49-F238E27FC236}">
                <a16:creationId xmlns:a16="http://schemas.microsoft.com/office/drawing/2014/main" id="{858E7051-D29A-7213-D414-5DA11D294066}"/>
              </a:ext>
            </a:extLst>
          </p:cNvPr>
          <p:cNvGrpSpPr/>
          <p:nvPr/>
        </p:nvGrpSpPr>
        <p:grpSpPr>
          <a:xfrm>
            <a:off x="9145134" y="2234933"/>
            <a:ext cx="1950496" cy="1950496"/>
            <a:chOff x="755027" y="40635"/>
            <a:chExt cx="1950496" cy="195049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AC0BD17-8C86-ACFE-65CD-DB730F88767E}"/>
                </a:ext>
              </a:extLst>
            </p:cNvPr>
            <p:cNvSpPr/>
            <p:nvPr/>
          </p:nvSpPr>
          <p:spPr>
            <a:xfrm>
              <a:off x="755027" y="40635"/>
              <a:ext cx="1950496" cy="195049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36" name="Oval 4">
              <a:extLst>
                <a:ext uri="{FF2B5EF4-FFF2-40B4-BE49-F238E27FC236}">
                  <a16:creationId xmlns:a16="http://schemas.microsoft.com/office/drawing/2014/main" id="{F1C49CCD-8EEB-D817-EF0F-DC920D59C48F}"/>
                </a:ext>
              </a:extLst>
            </p:cNvPr>
            <p:cNvSpPr txBox="1"/>
            <p:nvPr/>
          </p:nvSpPr>
          <p:spPr>
            <a:xfrm>
              <a:off x="1015094" y="381972"/>
              <a:ext cx="1430363" cy="8777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Bilgisayar Bilimleri</a:t>
              </a: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775F345F-B231-0FD5-1EAD-1775A2354F34}"/>
              </a:ext>
            </a:extLst>
          </p:cNvPr>
          <p:cNvGrpSpPr/>
          <p:nvPr/>
        </p:nvGrpSpPr>
        <p:grpSpPr>
          <a:xfrm>
            <a:off x="9848938" y="3453993"/>
            <a:ext cx="1950496" cy="1950496"/>
            <a:chOff x="1458831" y="1259695"/>
            <a:chExt cx="1950496" cy="195049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25FC658-F6A7-FB09-6A4E-89F585DF9458}"/>
                </a:ext>
              </a:extLst>
            </p:cNvPr>
            <p:cNvSpPr/>
            <p:nvPr/>
          </p:nvSpPr>
          <p:spPr>
            <a:xfrm>
              <a:off x="1458831" y="1259695"/>
              <a:ext cx="1950496" cy="195049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39" name="Oval 6">
              <a:extLst>
                <a:ext uri="{FF2B5EF4-FFF2-40B4-BE49-F238E27FC236}">
                  <a16:creationId xmlns:a16="http://schemas.microsoft.com/office/drawing/2014/main" id="{38390F13-EDB3-D6FD-D562-BA9ADE3CD881}"/>
                </a:ext>
              </a:extLst>
            </p:cNvPr>
            <p:cNvSpPr txBox="1"/>
            <p:nvPr/>
          </p:nvSpPr>
          <p:spPr>
            <a:xfrm>
              <a:off x="2055358" y="1763573"/>
              <a:ext cx="1170297" cy="10727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Alan Uzmanlığı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FF422738-D23A-658D-CD3E-890EAEEA40AD}"/>
              </a:ext>
            </a:extLst>
          </p:cNvPr>
          <p:cNvGrpSpPr/>
          <p:nvPr/>
        </p:nvGrpSpPr>
        <p:grpSpPr>
          <a:xfrm>
            <a:off x="8441330" y="3453993"/>
            <a:ext cx="1950496" cy="1950496"/>
            <a:chOff x="51223" y="1259695"/>
            <a:chExt cx="1950496" cy="195049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7675BE6-F906-2B69-809D-80D66CB6DBD2}"/>
                </a:ext>
              </a:extLst>
            </p:cNvPr>
            <p:cNvSpPr/>
            <p:nvPr/>
          </p:nvSpPr>
          <p:spPr>
            <a:xfrm>
              <a:off x="51223" y="1259695"/>
              <a:ext cx="1950496" cy="195049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42" name="Oval 8">
              <a:extLst>
                <a:ext uri="{FF2B5EF4-FFF2-40B4-BE49-F238E27FC236}">
                  <a16:creationId xmlns:a16="http://schemas.microsoft.com/office/drawing/2014/main" id="{40693998-15D1-2D46-8DF1-0D4A7231726D}"/>
                </a:ext>
              </a:extLst>
            </p:cNvPr>
            <p:cNvSpPr txBox="1"/>
            <p:nvPr/>
          </p:nvSpPr>
          <p:spPr>
            <a:xfrm>
              <a:off x="234895" y="1763573"/>
              <a:ext cx="1170297" cy="10727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Matematik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626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F35B483-9EB1-F456-5FE8-EE2CEBD4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Veri Tipleri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FA2777-206C-B5A3-37BE-8B252566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71" y="1746827"/>
            <a:ext cx="4417785" cy="36833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Sayısal veriler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Kategorik veriler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Zaman serileri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Metin ve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multimedya verileri</a:t>
            </a:r>
          </a:p>
          <a:p>
            <a:endParaRPr lang="tr-TR" sz="2000" dirty="0"/>
          </a:p>
        </p:txBody>
      </p:sp>
      <p:graphicFrame>
        <p:nvGraphicFramePr>
          <p:cNvPr id="5" name="Diyagram 4">
            <a:extLst>
              <a:ext uri="{FF2B5EF4-FFF2-40B4-BE49-F238E27FC236}">
                <a16:creationId xmlns:a16="http://schemas.microsoft.com/office/drawing/2014/main" id="{2444DC77-9E85-75A2-C54B-78590A655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831376"/>
              </p:ext>
            </p:extLst>
          </p:nvPr>
        </p:nvGraphicFramePr>
        <p:xfrm>
          <a:off x="3147934" y="1590740"/>
          <a:ext cx="9038625" cy="5124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9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81E29B2-630E-98D2-28D8-FA2E3D87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85" y="251010"/>
            <a:ext cx="5323715" cy="986851"/>
          </a:xfrm>
        </p:spPr>
        <p:txBody>
          <a:bodyPr anchor="b">
            <a:normAutofit/>
          </a:bodyPr>
          <a:lstStyle/>
          <a:p>
            <a:r>
              <a:rPr lang="tr-TR" altLang="tr-TR" sz="4000" dirty="0"/>
              <a:t>Veri Ambarları</a:t>
            </a:r>
            <a:endParaRPr lang="tr-TR" sz="40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655A7E-8806-ABA4-CE77-D2D2C26E2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216" y="1488871"/>
            <a:ext cx="6549470" cy="4846426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tr-TR" sz="2000" dirty="0">
                <a:cs typeface="Times New Roman" panose="02020603050405020304" pitchFamily="18" charset="0"/>
              </a:rPr>
              <a:t>Verileri depolama, raporlama ve analiz için kullanılan büyük veri depolarıdır.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tr-TR" sz="2000" dirty="0">
                <a:cs typeface="Times New Roman" panose="02020603050405020304" pitchFamily="18" charset="0"/>
              </a:rPr>
              <a:t>Veri ambarları veri depolarının bir araya gelmesi ile oluşmaktadır.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tr-TR" sz="2000" dirty="0">
                <a:cs typeface="Times New Roman" panose="02020603050405020304" pitchFamily="18" charset="0"/>
              </a:rPr>
              <a:t>Çok farklı türde ve büyük miktarlarda veriler depolanabildiği için veri ambarları kullanıcılara zengin bir veri yelpazesi sunulmasını sağlamaktadır.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tr-TR" sz="2000" dirty="0">
                <a:cs typeface="Times New Roman" panose="02020603050405020304" pitchFamily="18" charset="0"/>
              </a:rPr>
              <a:t>Veriler,</a:t>
            </a:r>
            <a:r>
              <a:rPr lang="tr-TR" sz="2000" b="1" dirty="0">
                <a:cs typeface="Times New Roman" panose="02020603050405020304" pitchFamily="18" charset="0"/>
              </a:rPr>
              <a:t> </a:t>
            </a:r>
            <a:r>
              <a:rPr lang="tr-TR" sz="2000" dirty="0">
                <a:cs typeface="Times New Roman" panose="02020603050405020304" pitchFamily="18" charset="0"/>
              </a:rPr>
              <a:t>veri ambarlarına standartlaştırılıp veri tabanlarından ve ya işletim sistemlerinden aktarılır.</a:t>
            </a:r>
          </a:p>
          <a:p>
            <a:pPr algn="just">
              <a:lnSpc>
                <a:spcPct val="150000"/>
              </a:lnSpc>
            </a:pPr>
            <a:endParaRPr lang="tr-TR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Klasörlerdeki dosyalar">
            <a:extLst>
              <a:ext uri="{FF2B5EF4-FFF2-40B4-BE49-F238E27FC236}">
                <a16:creationId xmlns:a16="http://schemas.microsoft.com/office/drawing/2014/main" id="{4A5135C1-9482-D7D8-3619-87FB9C127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02" r="23262" b="-1"/>
          <a:stretch>
            <a:fillRect/>
          </a:stretch>
        </p:blipFill>
        <p:spPr>
          <a:xfrm>
            <a:off x="7874149" y="909081"/>
            <a:ext cx="3938510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7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kranda bilgisayar betiği">
            <a:extLst>
              <a:ext uri="{FF2B5EF4-FFF2-40B4-BE49-F238E27FC236}">
                <a16:creationId xmlns:a16="http://schemas.microsoft.com/office/drawing/2014/main" id="{62B2DA78-49EC-F67B-2005-F083F5923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00BAF66-448A-C274-0BF0-8DBB3D3C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tr-TR" altLang="tr-TR" sz="4000">
                <a:latin typeface="+mn-lt"/>
              </a:rPr>
              <a:t>Veri Tabanı</a:t>
            </a:r>
            <a:endParaRPr lang="tr-TR" sz="400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3147706-95B1-2C39-FBA3-92E756CF3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fontScale="92500" lnSpcReduction="20000"/>
          </a:bodyPr>
          <a:lstStyle/>
          <a:p>
            <a:pPr marL="0" lvl="1" indent="0" algn="just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tr-TR" sz="2000" dirty="0">
                <a:cs typeface="Times New Roman" panose="02020603050405020304" pitchFamily="18" charset="0"/>
              </a:rPr>
              <a:t>Verilerin ilişkili şekilde depolandığı bir depolama alanıdır.</a:t>
            </a:r>
          </a:p>
          <a:p>
            <a:pPr marL="0" lvl="1" indent="0" algn="just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tr-TR" sz="2000" dirty="0">
                <a:cs typeface="Times New Roman" panose="02020603050405020304" pitchFamily="18" charset="0"/>
              </a:rPr>
              <a:t>Veri tabanı verileri kaydetmek için tasarlanmıştır analiz etmek için değil.</a:t>
            </a:r>
          </a:p>
          <a:p>
            <a:pPr marL="0" lvl="1" indent="0" algn="just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tr-TR" sz="2000" dirty="0">
                <a:cs typeface="Times New Roman" panose="02020603050405020304" pitchFamily="18" charset="0"/>
              </a:rPr>
              <a:t>Sorgulama tanımlıdır.</a:t>
            </a:r>
          </a:p>
          <a:p>
            <a:pPr marL="0" lvl="1" indent="0" algn="just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tr-TR" sz="2000" dirty="0">
                <a:cs typeface="Times New Roman" panose="02020603050405020304" pitchFamily="18" charset="0"/>
              </a:rPr>
              <a:t>Gerçek dünyadaki öğeleri temsil eder.</a:t>
            </a:r>
          </a:p>
          <a:p>
            <a:pPr marL="0" lvl="1" indent="0" algn="just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tr-TR" sz="2000" dirty="0">
                <a:cs typeface="Times New Roman" panose="02020603050405020304" pitchFamily="18" charset="0"/>
              </a:rPr>
              <a:t>En yaygın kullanılan yazılım SQL </a:t>
            </a:r>
            <a:r>
              <a:rPr lang="tr-TR" sz="2000" dirty="0" err="1">
                <a:cs typeface="Times New Roman" panose="02020603050405020304" pitchFamily="18" charset="0"/>
              </a:rPr>
              <a:t>dir</a:t>
            </a:r>
            <a:r>
              <a:rPr lang="tr-TR" sz="2000" dirty="0"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85653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6698FC-8EA6-3C5A-6532-3C44D21C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101923"/>
          </a:xfrm>
        </p:spPr>
        <p:txBody>
          <a:bodyPr anchor="b">
            <a:normAutofit/>
          </a:bodyPr>
          <a:lstStyle/>
          <a:p>
            <a:r>
              <a:rPr lang="tr-TR" altLang="tr-TR" sz="3200" dirty="0">
                <a:latin typeface="+mn-lt"/>
              </a:rPr>
              <a:t>Problem Tanımı</a:t>
            </a:r>
            <a:endParaRPr lang="tr-TR" sz="3200" dirty="0">
              <a:latin typeface="+mn-lt"/>
            </a:endParaRPr>
          </a:p>
        </p:txBody>
      </p:sp>
      <p:pic>
        <p:nvPicPr>
          <p:cNvPr id="5" name="Picture 4" descr="Kalabalığın içinde tek biri">
            <a:extLst>
              <a:ext uri="{FF2B5EF4-FFF2-40B4-BE49-F238E27FC236}">
                <a16:creationId xmlns:a16="http://schemas.microsoft.com/office/drawing/2014/main" id="{47BE16B1-07B1-AC1D-C2DB-1636AFE1F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2" r="1257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EA1B9C-1A77-E3A6-17DC-FC6197C0D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119086"/>
            <a:ext cx="4491820" cy="3862222"/>
          </a:xfrm>
        </p:spPr>
        <p:txBody>
          <a:bodyPr anchor="t"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/>
              <a:t>Analizin amacı net olarak belirlenmelidir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/>
              <a:t>Ne tahmin edilecek veya keşfedilecek?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/>
              <a:t>Başarı kriterleri tanımlanmalıdır</a:t>
            </a:r>
          </a:p>
          <a:p>
            <a:pPr algn="just">
              <a:lnSpc>
                <a:spcPct val="150000"/>
              </a:lnSpc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083490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551C813-0BE2-FD25-A110-EAB9C016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altLang="tr-TR" sz="4000">
                <a:solidFill>
                  <a:srgbClr val="FFFFFF"/>
                </a:solidFill>
                <a:latin typeface="-webkit-standard"/>
              </a:rPr>
              <a:t>Veri Tabanlarında Bilgi Keşfi (KDD)</a:t>
            </a:r>
            <a:endParaRPr lang="tr-TR" sz="400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0DBE97-DA27-85D3-414E-D0B6AE152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2379346"/>
            <a:ext cx="5636650" cy="3683358"/>
          </a:xfrm>
        </p:spPr>
        <p:txBody>
          <a:bodyPr anchor="ctr"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Veriden bilgi elde etmeye yönelik bütünsel süreçtir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Veri hazırlama, analiz ve yorumlama adımlarını içerir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Veri madenciliğini kapsar</a:t>
            </a:r>
          </a:p>
          <a:p>
            <a:pPr algn="just">
              <a:lnSpc>
                <a:spcPct val="150000"/>
              </a:lnSpc>
            </a:pPr>
            <a:endParaRPr lang="tr-TR" sz="2400" dirty="0"/>
          </a:p>
        </p:txBody>
      </p:sp>
      <p:graphicFrame>
        <p:nvGraphicFramePr>
          <p:cNvPr id="13" name="İçerik Yer Tutucusu 3">
            <a:extLst>
              <a:ext uri="{FF2B5EF4-FFF2-40B4-BE49-F238E27FC236}">
                <a16:creationId xmlns:a16="http://schemas.microsoft.com/office/drawing/2014/main" id="{7C2BCAE8-CDAC-C2D3-254D-AEE5FC89C5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622290"/>
              </p:ext>
            </p:extLst>
          </p:nvPr>
        </p:nvGraphicFramePr>
        <p:xfrm>
          <a:off x="5115915" y="1891970"/>
          <a:ext cx="5369694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Metin kutusu 14">
            <a:extLst>
              <a:ext uri="{FF2B5EF4-FFF2-40B4-BE49-F238E27FC236}">
                <a16:creationId xmlns:a16="http://schemas.microsoft.com/office/drawing/2014/main" id="{E2BA66A6-9412-7497-38BB-CAEA749CAC66}"/>
              </a:ext>
            </a:extLst>
          </p:cNvPr>
          <p:cNvSpPr txBox="1"/>
          <p:nvPr/>
        </p:nvSpPr>
        <p:spPr>
          <a:xfrm>
            <a:off x="8969714" y="2245713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 Seçimi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58B621EF-7FCA-3F7D-4390-6B663558CE26}"/>
              </a:ext>
            </a:extLst>
          </p:cNvPr>
          <p:cNvSpPr txBox="1"/>
          <p:nvPr/>
        </p:nvSpPr>
        <p:spPr>
          <a:xfrm>
            <a:off x="8969714" y="3009649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 İşleme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D03F628C-034D-91DE-51D1-E06EF8D7DD65}"/>
              </a:ext>
            </a:extLst>
          </p:cNvPr>
          <p:cNvSpPr txBox="1"/>
          <p:nvPr/>
        </p:nvSpPr>
        <p:spPr>
          <a:xfrm>
            <a:off x="8945903" y="3834913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Dönüştürme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506729C6-3C9F-0E83-E6D3-785A787748B8}"/>
              </a:ext>
            </a:extLst>
          </p:cNvPr>
          <p:cNvSpPr txBox="1"/>
          <p:nvPr/>
        </p:nvSpPr>
        <p:spPr>
          <a:xfrm>
            <a:off x="8945903" y="4595115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 Madenciliği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873676A-4C9D-CDD0-27FB-0C476318964C}"/>
              </a:ext>
            </a:extLst>
          </p:cNvPr>
          <p:cNvSpPr txBox="1"/>
          <p:nvPr/>
        </p:nvSpPr>
        <p:spPr>
          <a:xfrm>
            <a:off x="8969714" y="5387384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Değerlendirme</a:t>
            </a:r>
          </a:p>
        </p:txBody>
      </p:sp>
    </p:spTree>
    <p:extLst>
      <p:ext uri="{BB962C8B-B14F-4D97-AF65-F5344CB8AC3E}">
        <p14:creationId xmlns:p14="http://schemas.microsoft.com/office/powerpoint/2010/main" val="330748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628766B-63E2-EDC2-926F-92AC4F16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altLang="tr-TR" sz="4000" dirty="0">
                <a:solidFill>
                  <a:srgbClr val="FFFFFF"/>
                </a:solidFill>
              </a:rPr>
              <a:t>Veri Madenciliğine Giriş</a:t>
            </a:r>
            <a:endParaRPr lang="tr-TR" sz="4000" dirty="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BCBEDC-BFF3-C9E6-1535-CABE14666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894" y="2197167"/>
            <a:ext cx="9724031" cy="2463665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400" dirty="0"/>
              <a:t>Günümüzde büyük miktarda veri üretilmektedir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400" dirty="0"/>
              <a:t>Bu verilerden anlamlı bilgi elde etmek giderek zorlaşmaktadır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400" dirty="0"/>
              <a:t>Veri madenciliği, büyük veri kümeleri içindeki örüntüleri keşfetmek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81450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384B39-43C1-AC52-21F9-5B6557B6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altLang="tr-TR" sz="4000" dirty="0">
                <a:solidFill>
                  <a:srgbClr val="FFFFFF"/>
                </a:solidFill>
              </a:rPr>
              <a:t>Veri Madenciliği Neden Önemli?</a:t>
            </a:r>
            <a:endParaRPr lang="tr-TR" sz="4000" dirty="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DD2006-E68F-8150-F901-83674EEE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2643547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Karar verme süreçleri veri temelli hale gelmiştir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İnsan gözüyle fark edilemeyen ilişkiler ortaya çıkarılabilir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</a:rPr>
              <a:t>Rekabet avantajı ve verimlilik sağlar</a:t>
            </a:r>
          </a:p>
          <a:p>
            <a:pPr>
              <a:lnSpc>
                <a:spcPct val="15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80515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79CBC6D-B0B0-8C0B-6483-3BB8E761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tr-TR" altLang="tr-TR" sz="4000" dirty="0">
                <a:latin typeface="+mn-lt"/>
              </a:rPr>
              <a:t>Veri Madenciliği Nedir?</a:t>
            </a:r>
            <a:endParaRPr lang="tr-TR" sz="40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BAE776-6D53-AD88-A7EE-3291053DF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Büyük veri kümeleri içerisinden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Anlamlı, geçerli ve yararlı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400" dirty="0"/>
              <a:t>Örüntü ve ilişkilerin otomatik olarak keşfedilmesidir</a:t>
            </a:r>
          </a:p>
          <a:p>
            <a:pPr>
              <a:lnSpc>
                <a:spcPct val="150000"/>
              </a:lnSpc>
            </a:pPr>
            <a:endParaRPr lang="tr-TR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A199B-E204-2AE3-C42E-D901A3DF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2" r="3898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9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03CC1F6-EE0E-9E83-DE06-7F3C7D48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869465"/>
            <a:ext cx="5334197" cy="834570"/>
          </a:xfrm>
        </p:spPr>
        <p:txBody>
          <a:bodyPr anchor="ctr">
            <a:normAutofit/>
          </a:bodyPr>
          <a:lstStyle/>
          <a:p>
            <a:r>
              <a:rPr lang="tr-TR" altLang="tr-TR" sz="4000" dirty="0"/>
              <a:t>Veri Madenciliği Adımları</a:t>
            </a:r>
            <a:endParaRPr lang="tr-TR" sz="40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EC5D7D-429A-3D23-0AC3-1DEE57E9C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457" y="2146722"/>
            <a:ext cx="5334197" cy="3841813"/>
          </a:xfrm>
        </p:spPr>
        <p:txBody>
          <a:bodyPr anchor="ctr"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tr-TR" sz="2000" dirty="0">
                <a:cs typeface="Times New Roman" panose="02020603050405020304" pitchFamily="18" charset="0"/>
              </a:rPr>
              <a:t>Veri toplama</a:t>
            </a:r>
          </a:p>
          <a:p>
            <a:pPr lvl="1" algn="just">
              <a:lnSpc>
                <a:spcPct val="150000"/>
              </a:lnSpc>
            </a:pPr>
            <a:r>
              <a:rPr lang="tr-TR" sz="2000" dirty="0">
                <a:cs typeface="Times New Roman" panose="02020603050405020304" pitchFamily="18" charset="0"/>
              </a:rPr>
              <a:t>Veri Önişleme</a:t>
            </a:r>
          </a:p>
          <a:p>
            <a:pPr lvl="1" algn="just">
              <a:lnSpc>
                <a:spcPct val="150000"/>
              </a:lnSpc>
            </a:pPr>
            <a:r>
              <a:rPr lang="tr-TR" sz="2000" dirty="0">
                <a:cs typeface="Times New Roman" panose="02020603050405020304" pitchFamily="18" charset="0"/>
              </a:rPr>
              <a:t>Model eğitim ve değerlendirme</a:t>
            </a:r>
          </a:p>
          <a:p>
            <a:pPr lvl="1" algn="just">
              <a:lnSpc>
                <a:spcPct val="150000"/>
              </a:lnSpc>
            </a:pPr>
            <a:r>
              <a:rPr lang="tr-TR" sz="2000" dirty="0">
                <a:cs typeface="Times New Roman" panose="02020603050405020304" pitchFamily="18" charset="0"/>
              </a:rPr>
              <a:t>Görselleştirme</a:t>
            </a:r>
          </a:p>
          <a:p>
            <a:pPr algn="just">
              <a:lnSpc>
                <a:spcPct val="150000"/>
              </a:lnSpc>
            </a:pPr>
            <a:endParaRPr lang="tr-TR" sz="2000" dirty="0"/>
          </a:p>
        </p:txBody>
      </p:sp>
      <p:pic>
        <p:nvPicPr>
          <p:cNvPr id="5" name="Picture 4" descr="Verimlilik öğeleri bulunan masa">
            <a:extLst>
              <a:ext uri="{FF2B5EF4-FFF2-40B4-BE49-F238E27FC236}">
                <a16:creationId xmlns:a16="http://schemas.microsoft.com/office/drawing/2014/main" id="{2FA6C804-C89C-DB19-BA39-58A5910D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06" r="16457" b="-1"/>
          <a:stretch>
            <a:fillRect/>
          </a:stretch>
        </p:blipFill>
        <p:spPr>
          <a:xfrm>
            <a:off x="7619999" y="-10886"/>
            <a:ext cx="4572001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0023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58CFE39-9CBE-F5EE-014B-ED069251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altLang="tr-TR" sz="4000">
                <a:solidFill>
                  <a:srgbClr val="FFFFFF"/>
                </a:solidFill>
                <a:latin typeface="-webkit-standard"/>
              </a:rPr>
              <a:t>Veri Madenciliğinin Diğer Disiplinlerle İlişkisi</a:t>
            </a:r>
            <a:endParaRPr lang="tr-TR" sz="400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724E64-9074-0B5E-40F2-180AC451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18" y="2274654"/>
            <a:ext cx="4505611" cy="3683358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tr-TR" sz="2000" dirty="0">
                <a:cs typeface="Times New Roman" panose="02020603050405020304" pitchFamily="18" charset="0"/>
              </a:rPr>
              <a:t>Veri madenciliği birçok disiplin ile bir arada kullanılmaktadır birbirlerinden etkilenmektedirler</a:t>
            </a:r>
          </a:p>
          <a:p>
            <a:pPr algn="just">
              <a:lnSpc>
                <a:spcPct val="150000"/>
              </a:lnSpc>
            </a:pPr>
            <a:endParaRPr lang="tr-TR" sz="2000" dirty="0"/>
          </a:p>
        </p:txBody>
      </p:sp>
      <p:graphicFrame>
        <p:nvGraphicFramePr>
          <p:cNvPr id="6" name="Diyagram 5">
            <a:extLst>
              <a:ext uri="{FF2B5EF4-FFF2-40B4-BE49-F238E27FC236}">
                <a16:creationId xmlns:a16="http://schemas.microsoft.com/office/drawing/2014/main" id="{3AF22CAA-B0A7-50BA-BD8B-6565EC9535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772843"/>
              </p:ext>
            </p:extLst>
          </p:nvPr>
        </p:nvGraphicFramePr>
        <p:xfrm>
          <a:off x="6017571" y="1956339"/>
          <a:ext cx="6174425" cy="4560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45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D22575B-0C82-CA56-E4C1-876CFCDF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33" y="1070800"/>
            <a:ext cx="4186849" cy="5583126"/>
          </a:xfrm>
        </p:spPr>
        <p:txBody>
          <a:bodyPr>
            <a:normAutofit/>
          </a:bodyPr>
          <a:lstStyle/>
          <a:p>
            <a:pPr algn="r"/>
            <a:r>
              <a:rPr lang="tr-TR" altLang="tr-TR" sz="5000" dirty="0">
                <a:latin typeface="+mn-lt"/>
              </a:rPr>
              <a:t>Veri Madenciliğine Ticari Bakış</a:t>
            </a:r>
            <a:endParaRPr lang="tr-TR" sz="5000" dirty="0"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D4DD33CA-E52C-BE30-82F7-8D711A3FE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88285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9188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E78D9E9-37E6-B83E-981F-120906B5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4009571" cy="5567891"/>
          </a:xfrm>
        </p:spPr>
        <p:txBody>
          <a:bodyPr>
            <a:normAutofit/>
          </a:bodyPr>
          <a:lstStyle/>
          <a:p>
            <a:r>
              <a:rPr lang="tr-TR" altLang="tr-TR" sz="4000" dirty="0">
                <a:latin typeface="+mn-lt"/>
              </a:rPr>
              <a:t>Veri Madenciliğine Bilimsel Bakış</a:t>
            </a:r>
            <a:endParaRPr lang="tr-TR" sz="4000" dirty="0">
              <a:latin typeface="+mn-lt"/>
            </a:endParaRPr>
          </a:p>
        </p:txBody>
      </p:sp>
      <p:graphicFrame>
        <p:nvGraphicFramePr>
          <p:cNvPr id="14" name="İçerik Yer Tutucusu 2">
            <a:extLst>
              <a:ext uri="{FF2B5EF4-FFF2-40B4-BE49-F238E27FC236}">
                <a16:creationId xmlns:a16="http://schemas.microsoft.com/office/drawing/2014/main" id="{A6D01DDA-C1B2-DECA-B35B-B95B125FB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58842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968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BA07BC-F316-5765-740A-66256582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>
                <a:solidFill>
                  <a:srgbClr val="000000"/>
                </a:solidFill>
                <a:latin typeface="+mn-lt"/>
              </a:rPr>
              <a:t>Veri Madenciliği Yöntemleri</a:t>
            </a:r>
            <a:endParaRPr lang="tr-TR" dirty="0">
              <a:latin typeface="+mn-lt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B52644CD-8313-E74A-6923-27242374A8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2113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07114F1-EABE-7809-0E07-6EFECAD2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tr-TR" altLang="tr-TR" sz="4000" dirty="0">
                <a:latin typeface="+mn-lt"/>
              </a:rPr>
              <a:t>Tahmin Yöntemleri</a:t>
            </a:r>
            <a:endParaRPr lang="tr-TR" sz="40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8292C8-94CF-BDAD-049C-E67C209BE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2583543"/>
          </a:xfrm>
        </p:spPr>
        <p:txBody>
          <a:bodyPr anchor="ctr"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000" dirty="0"/>
              <a:t>Geleceğe yönelik sonuç üretir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000" dirty="0"/>
              <a:t>Etiketli veri kullanılır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sz="2000" dirty="0"/>
              <a:t>Sınıflama ve regresyon içerir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tr-TR" sz="2000" dirty="0"/>
          </a:p>
        </p:txBody>
      </p:sp>
      <p:pic>
        <p:nvPicPr>
          <p:cNvPr id="5" name="Picture 4" descr="Performans düşüşünü gösteren büyüteç">
            <a:extLst>
              <a:ext uri="{FF2B5EF4-FFF2-40B4-BE49-F238E27FC236}">
                <a16:creationId xmlns:a16="http://schemas.microsoft.com/office/drawing/2014/main" id="{7CBA1310-DCCF-290C-FACC-C193BC7B6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0" r="2686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89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139EAD-118D-C39C-2A77-6A1FD48C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>
                <a:solidFill>
                  <a:srgbClr val="000000"/>
                </a:solidFill>
                <a:latin typeface="+mn-lt"/>
              </a:rPr>
              <a:t>Tanımlayıcı Yöntemler</a:t>
            </a:r>
            <a:endParaRPr lang="tr-TR" dirty="0">
              <a:latin typeface="+mn-lt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C6FB8EED-DDED-3361-ED56-5904218830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433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76CD9EE-A4A2-8C44-8E2B-CE3F393E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tr-TR" altLang="tr-TR" sz="4000" dirty="0">
                <a:latin typeface="+mn-lt"/>
              </a:rPr>
              <a:t>Sınıflama</a:t>
            </a:r>
            <a:endParaRPr lang="tr-TR" sz="4000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64CF1F26-A309-AE77-2ACD-4BD466A25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86057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7325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61944D-5964-4B1E-6B32-03F4FC24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Regresyon</a:t>
            </a:r>
          </a:p>
        </p:txBody>
      </p:sp>
      <p:graphicFrame>
        <p:nvGraphicFramePr>
          <p:cNvPr id="7" name="İçerik Yer Tutucusu 2">
            <a:extLst>
              <a:ext uri="{FF2B5EF4-FFF2-40B4-BE49-F238E27FC236}">
                <a16:creationId xmlns:a16="http://schemas.microsoft.com/office/drawing/2014/main" id="{B35E8CEB-F51D-2E26-A033-2867B55A93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70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E6750C-0128-229A-B9FA-B6398D88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tr-TR" altLang="tr-TR" sz="4000" dirty="0">
                <a:latin typeface="+mn-lt"/>
              </a:rPr>
              <a:t>Kümeleme</a:t>
            </a:r>
            <a:endParaRPr lang="tr-TR" sz="4000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D653868-0444-3E33-0966-4562B966D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23102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4950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E9A6F5-4834-6065-6266-8D048378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>
                <a:solidFill>
                  <a:srgbClr val="000000"/>
                </a:solidFill>
                <a:latin typeface="+mn-lt"/>
              </a:rPr>
              <a:t>Birliktelik Kuralları</a:t>
            </a:r>
            <a:endParaRPr lang="tr-TR" dirty="0">
              <a:latin typeface="+mn-lt"/>
            </a:endParaRPr>
          </a:p>
        </p:txBody>
      </p:sp>
      <p:graphicFrame>
        <p:nvGraphicFramePr>
          <p:cNvPr id="17" name="İçerik Yer Tutucusu 2">
            <a:extLst>
              <a:ext uri="{FF2B5EF4-FFF2-40B4-BE49-F238E27FC236}">
                <a16:creationId xmlns:a16="http://schemas.microsoft.com/office/drawing/2014/main" id="{CBAC530F-B4FB-C44D-E691-001996B0B9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3481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26E3B5-6058-03DC-2D42-3AED90EB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>
                <a:solidFill>
                  <a:srgbClr val="000000"/>
                </a:solidFill>
                <a:latin typeface="+mn-lt"/>
              </a:rPr>
              <a:t>Ardışık Zamanlı Örüntüler</a:t>
            </a:r>
            <a:endParaRPr lang="tr-TR" dirty="0">
              <a:latin typeface="+mn-lt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BC5BBF3F-FF4A-C7D7-6084-62F6786B2F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1234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E55C8C-7986-C10A-4BF3-A407FB46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>
                <a:solidFill>
                  <a:srgbClr val="000000"/>
                </a:solidFill>
                <a:latin typeface="+mn-lt"/>
              </a:rPr>
              <a:t>Sektörel Uygulama Örnekleri</a:t>
            </a:r>
            <a:endParaRPr lang="tr-TR" dirty="0">
              <a:latin typeface="+mn-lt"/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BE194FB8-AB08-22A1-4748-B66C7A180D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2790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632</Words>
  <Application>Microsoft Macintosh PowerPoint</Application>
  <PresentationFormat>Geniş ekran</PresentationFormat>
  <Paragraphs>145</Paragraphs>
  <Slides>26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3" baseType="lpstr">
      <vt:lpstr>-webkit-standard</vt:lpstr>
      <vt:lpstr>Aptos</vt:lpstr>
      <vt:lpstr>Aptos Display</vt:lpstr>
      <vt:lpstr>Arial</vt:lpstr>
      <vt:lpstr>Calibri</vt:lpstr>
      <vt:lpstr>Times New Roman</vt:lpstr>
      <vt:lpstr>Office Teması</vt:lpstr>
      <vt:lpstr>Veri Madenciliği</vt:lpstr>
      <vt:lpstr>Dersin Amacı</vt:lpstr>
      <vt:lpstr>Veri Madenciliği Temel Kavramlar</vt:lpstr>
      <vt:lpstr>Veri Nedir?</vt:lpstr>
      <vt:lpstr>Veri Bilimi Nedir?</vt:lpstr>
      <vt:lpstr>Veri Tipleri</vt:lpstr>
      <vt:lpstr>Veri Ambarları</vt:lpstr>
      <vt:lpstr>Veri Tabanı</vt:lpstr>
      <vt:lpstr>Problem Tanımı</vt:lpstr>
      <vt:lpstr>Veri Tabanlarında Bilgi Keşfi (KDD)</vt:lpstr>
      <vt:lpstr>Veri Madenciliğine Giriş</vt:lpstr>
      <vt:lpstr>Veri Madenciliği Neden Önemli?</vt:lpstr>
      <vt:lpstr>Veri Madenciliği Nedir?</vt:lpstr>
      <vt:lpstr>Veri Madenciliği Adımları</vt:lpstr>
      <vt:lpstr>Veri Madenciliğinin Diğer Disiplinlerle İlişkisi</vt:lpstr>
      <vt:lpstr>Veri Madenciliğine Ticari Bakış</vt:lpstr>
      <vt:lpstr>Veri Madenciliğine Bilimsel Bakış</vt:lpstr>
      <vt:lpstr>Veri Madenciliği Yöntemleri</vt:lpstr>
      <vt:lpstr>Tahmin Yöntemleri</vt:lpstr>
      <vt:lpstr>Tanımlayıcı Yöntemler</vt:lpstr>
      <vt:lpstr>Sınıflama</vt:lpstr>
      <vt:lpstr>Regresyon</vt:lpstr>
      <vt:lpstr>Kümeleme</vt:lpstr>
      <vt:lpstr>Birliktelik Kuralları</vt:lpstr>
      <vt:lpstr>Ardışık Zamanlı Örüntüler</vt:lpstr>
      <vt:lpstr>Sektörel Uygulama Örnekleri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</dc:creator>
  <cp:lastModifiedBy>Author</cp:lastModifiedBy>
  <cp:revision>3</cp:revision>
  <dcterms:created xsi:type="dcterms:W3CDTF">2026-02-10T22:00:38Z</dcterms:created>
  <dcterms:modified xsi:type="dcterms:W3CDTF">2026-02-11T12:06:29Z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2026-02-10T22:28:37Z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89bb3e44-deea-4987-90b1-b33842d4e015</vt:lpwstr>
  </property>
  <property fmtid="{D5CDD505-2E9C-101B-9397-08002B2CF9AE}" pid="7" name="MSIP_Label_defa4170-0d19-0005-0004-bc88714345d2_ActionId">
    <vt:lpwstr>f3945824-ebb5-4b86-831c-c22cf0a7b2df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